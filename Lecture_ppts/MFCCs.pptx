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1" r:id="rId4"/>
    <p:sldId id="260" r:id="rId5"/>
    <p:sldId id="259" r:id="rId6"/>
    <p:sldId id="262" r:id="rId7"/>
    <p:sldId id="263" r:id="rId8"/>
    <p:sldId id="264" r:id="rId9"/>
    <p:sldId id="265" r:id="rId10"/>
    <p:sldId id="258" r:id="rId11"/>
    <p:sldId id="267" r:id="rId12"/>
    <p:sldId id="266" r:id="rId13"/>
    <p:sldId id="276" r:id="rId14"/>
    <p:sldId id="268" r:id="rId15"/>
    <p:sldId id="269" r:id="rId16"/>
    <p:sldId id="275" r:id="rId17"/>
    <p:sldId id="277" r:id="rId18"/>
    <p:sldId id="274" r:id="rId19"/>
    <p:sldId id="270" r:id="rId20"/>
    <p:sldId id="273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F52832-4B76-6A40-B11F-6684A39B6FDA}" v="599" dt="2025-09-16T13:09:36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27"/>
    <p:restoredTop sz="68740"/>
  </p:normalViewPr>
  <p:slideViewPr>
    <p:cSldViewPr snapToGrid="0">
      <p:cViewPr>
        <p:scale>
          <a:sx n="80" d="100"/>
          <a:sy n="80" d="100"/>
        </p:scale>
        <p:origin x="28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hur, Claire" userId="dc68de1f-84b0-4451-afcc-86d78448e32e" providerId="ADAL" clId="{1DF52832-4B76-6A40-B11F-6684A39B6FDA}"/>
    <pc:docChg chg="undo custSel addSld delSld modSld sldOrd">
      <pc:chgData name="Arthur, Claire" userId="dc68de1f-84b0-4451-afcc-86d78448e32e" providerId="ADAL" clId="{1DF52832-4B76-6A40-B11F-6684A39B6FDA}" dt="2025-09-16T13:09:36.962" v="6821"/>
      <pc:docMkLst>
        <pc:docMk/>
      </pc:docMkLst>
      <pc:sldChg chg="addSp delSp modSp mod modAnim">
        <pc:chgData name="Arthur, Claire" userId="dc68de1f-84b0-4451-afcc-86d78448e32e" providerId="ADAL" clId="{1DF52832-4B76-6A40-B11F-6684A39B6FDA}" dt="2025-09-10T15:57:46.078" v="856"/>
        <pc:sldMkLst>
          <pc:docMk/>
          <pc:sldMk cId="744684399" sldId="257"/>
        </pc:sldMkLst>
        <pc:spChg chg="mod">
          <ac:chgData name="Arthur, Claire" userId="dc68de1f-84b0-4451-afcc-86d78448e32e" providerId="ADAL" clId="{1DF52832-4B76-6A40-B11F-6684A39B6FDA}" dt="2025-09-10T15:54:31.085" v="832" actId="20577"/>
          <ac:spMkLst>
            <pc:docMk/>
            <pc:sldMk cId="744684399" sldId="257"/>
            <ac:spMk id="3" creationId="{020BE87B-0373-C75A-0E73-EC45A3462859}"/>
          </ac:spMkLst>
        </pc:spChg>
        <pc:grpChg chg="add">
          <ac:chgData name="Arthur, Claire" userId="dc68de1f-84b0-4451-afcc-86d78448e32e" providerId="ADAL" clId="{1DF52832-4B76-6A40-B11F-6684A39B6FDA}" dt="2025-09-10T15:57:16.890" v="852" actId="164"/>
          <ac:grpSpMkLst>
            <pc:docMk/>
            <pc:sldMk cId="744684399" sldId="257"/>
            <ac:grpSpMk id="14" creationId="{0DB22CC9-60C1-73A0-E8E4-C9BA1C830CA3}"/>
          </ac:grpSpMkLst>
        </pc:grpChg>
        <pc:grpChg chg="add">
          <ac:chgData name="Arthur, Claire" userId="dc68de1f-84b0-4451-afcc-86d78448e32e" providerId="ADAL" clId="{1DF52832-4B76-6A40-B11F-6684A39B6FDA}" dt="2025-09-10T15:57:22.569" v="853" actId="164"/>
          <ac:grpSpMkLst>
            <pc:docMk/>
            <pc:sldMk cId="744684399" sldId="257"/>
            <ac:grpSpMk id="15" creationId="{E5554F10-EEBB-4AEB-A76F-0E6A7E6A31B8}"/>
          </ac:grpSpMkLst>
        </pc:grpChg>
        <pc:picChg chg="add mod">
          <ac:chgData name="Arthur, Claire" userId="dc68de1f-84b0-4451-afcc-86d78448e32e" providerId="ADAL" clId="{1DF52832-4B76-6A40-B11F-6684A39B6FDA}" dt="2025-09-10T15:56:33.521" v="846" actId="962"/>
          <ac:picMkLst>
            <pc:docMk/>
            <pc:sldMk cId="744684399" sldId="257"/>
            <ac:picMk id="9" creationId="{B0AFB072-ADFB-63C4-0AD1-68FFA5BED704}"/>
          </ac:picMkLst>
        </pc:picChg>
        <pc:inkChg chg="add mod topLvl">
          <ac:chgData name="Arthur, Claire" userId="dc68de1f-84b0-4451-afcc-86d78448e32e" providerId="ADAL" clId="{1DF52832-4B76-6A40-B11F-6684A39B6FDA}" dt="2025-09-10T15:57:08.589" v="851" actId="165"/>
          <ac:inkMkLst>
            <pc:docMk/>
            <pc:sldMk cId="744684399" sldId="257"/>
            <ac:inkMk id="10" creationId="{C72032CB-5605-1392-4A1D-53B9E5D419D1}"/>
          </ac:inkMkLst>
        </pc:inkChg>
        <pc:inkChg chg="add mod topLvl">
          <ac:chgData name="Arthur, Claire" userId="dc68de1f-84b0-4451-afcc-86d78448e32e" providerId="ADAL" clId="{1DF52832-4B76-6A40-B11F-6684A39B6FDA}" dt="2025-09-10T15:57:08.589" v="851" actId="165"/>
          <ac:inkMkLst>
            <pc:docMk/>
            <pc:sldMk cId="744684399" sldId="257"/>
            <ac:inkMk id="11" creationId="{430D7B52-4761-DE4B-D345-FA1385F1E785}"/>
          </ac:inkMkLst>
        </pc:inkChg>
      </pc:sldChg>
      <pc:sldChg chg="del">
        <pc:chgData name="Arthur, Claire" userId="dc68de1f-84b0-4451-afcc-86d78448e32e" providerId="ADAL" clId="{1DF52832-4B76-6A40-B11F-6684A39B6FDA}" dt="2025-09-10T16:00:54.296" v="1199" actId="2696"/>
        <pc:sldMkLst>
          <pc:docMk/>
          <pc:sldMk cId="834774445" sldId="258"/>
        </pc:sldMkLst>
      </pc:sldChg>
      <pc:sldChg chg="addSp delSp modSp add mod">
        <pc:chgData name="Arthur, Claire" userId="dc68de1f-84b0-4451-afcc-86d78448e32e" providerId="ADAL" clId="{1DF52832-4B76-6A40-B11F-6684A39B6FDA}" dt="2025-09-14T04:06:00.739" v="3602" actId="208"/>
        <pc:sldMkLst>
          <pc:docMk/>
          <pc:sldMk cId="3795139611" sldId="258"/>
        </pc:sldMkLst>
        <pc:spChg chg="mod">
          <ac:chgData name="Arthur, Claire" userId="dc68de1f-84b0-4451-afcc-86d78448e32e" providerId="ADAL" clId="{1DF52832-4B76-6A40-B11F-6684A39B6FDA}" dt="2025-09-13T13:48:30.454" v="3447" actId="20577"/>
          <ac:spMkLst>
            <pc:docMk/>
            <pc:sldMk cId="3795139611" sldId="258"/>
            <ac:spMk id="2" creationId="{562C8E72-CE28-CD1B-AD80-18B487FF0BDF}"/>
          </ac:spMkLst>
        </pc:spChg>
        <pc:spChg chg="add mod">
          <ac:chgData name="Arthur, Claire" userId="dc68de1f-84b0-4451-afcc-86d78448e32e" providerId="ADAL" clId="{1DF52832-4B76-6A40-B11F-6684A39B6FDA}" dt="2025-09-14T04:03:00.402" v="3484" actId="14100"/>
          <ac:spMkLst>
            <pc:docMk/>
            <pc:sldMk cId="3795139611" sldId="258"/>
            <ac:spMk id="7" creationId="{8168AD3A-67BF-F18B-F4B4-A850CAAB7001}"/>
          </ac:spMkLst>
        </pc:spChg>
        <pc:spChg chg="add mod">
          <ac:chgData name="Arthur, Claire" userId="dc68de1f-84b0-4451-afcc-86d78448e32e" providerId="ADAL" clId="{1DF52832-4B76-6A40-B11F-6684A39B6FDA}" dt="2025-09-14T04:06:00.739" v="3602" actId="208"/>
          <ac:spMkLst>
            <pc:docMk/>
            <pc:sldMk cId="3795139611" sldId="258"/>
            <ac:spMk id="11" creationId="{35B0C11B-391A-ACD4-BBA9-B960E4166740}"/>
          </ac:spMkLst>
        </pc:spChg>
      </pc:sldChg>
      <pc:sldChg chg="modSp new mod modNotesTx">
        <pc:chgData name="Arthur, Claire" userId="dc68de1f-84b0-4451-afcc-86d78448e32e" providerId="ADAL" clId="{1DF52832-4B76-6A40-B11F-6684A39B6FDA}" dt="2025-09-13T04:59:16.520" v="2896" actId="20577"/>
        <pc:sldMkLst>
          <pc:docMk/>
          <pc:sldMk cId="489173486" sldId="259"/>
        </pc:sldMkLst>
        <pc:spChg chg="mod">
          <ac:chgData name="Arthur, Claire" userId="dc68de1f-84b0-4451-afcc-86d78448e32e" providerId="ADAL" clId="{1DF52832-4B76-6A40-B11F-6684A39B6FDA}" dt="2025-09-10T13:27:59.247" v="44" actId="20577"/>
          <ac:spMkLst>
            <pc:docMk/>
            <pc:sldMk cId="489173486" sldId="259"/>
            <ac:spMk id="2" creationId="{2A80F409-8CBD-0A1C-F18F-36CAFB16B602}"/>
          </ac:spMkLst>
        </pc:spChg>
        <pc:spChg chg="mod">
          <ac:chgData name="Arthur, Claire" userId="dc68de1f-84b0-4451-afcc-86d78448e32e" providerId="ADAL" clId="{1DF52832-4B76-6A40-B11F-6684A39B6FDA}" dt="2025-09-13T04:59:16.520" v="2896" actId="20577"/>
          <ac:spMkLst>
            <pc:docMk/>
            <pc:sldMk cId="489173486" sldId="259"/>
            <ac:spMk id="3" creationId="{C49A72AC-8ED4-EE94-C105-39728FB980E1}"/>
          </ac:spMkLst>
        </pc:spChg>
      </pc:sldChg>
      <pc:sldChg chg="addSp delSp modSp add mod ord delAnim modAnim">
        <pc:chgData name="Arthur, Claire" userId="dc68de1f-84b0-4451-afcc-86d78448e32e" providerId="ADAL" clId="{1DF52832-4B76-6A40-B11F-6684A39B6FDA}" dt="2025-09-12T00:53:40.522" v="2058"/>
        <pc:sldMkLst>
          <pc:docMk/>
          <pc:sldMk cId="277365742" sldId="260"/>
        </pc:sldMkLst>
        <pc:spChg chg="mod">
          <ac:chgData name="Arthur, Claire" userId="dc68de1f-84b0-4451-afcc-86d78448e32e" providerId="ADAL" clId="{1DF52832-4B76-6A40-B11F-6684A39B6FDA}" dt="2025-09-12T00:52:01.523" v="2037" actId="20577"/>
          <ac:spMkLst>
            <pc:docMk/>
            <pc:sldMk cId="277365742" sldId="260"/>
            <ac:spMk id="3" creationId="{84D8523F-42B6-4991-08A3-A31EC150257F}"/>
          </ac:spMkLst>
        </pc:spChg>
        <pc:spChg chg="add mod">
          <ac:chgData name="Arthur, Claire" userId="dc68de1f-84b0-4451-afcc-86d78448e32e" providerId="ADAL" clId="{1DF52832-4B76-6A40-B11F-6684A39B6FDA}" dt="2025-09-10T15:45:48.141" v="682"/>
          <ac:spMkLst>
            <pc:docMk/>
            <pc:sldMk cId="277365742" sldId="260"/>
            <ac:spMk id="10" creationId="{CF69C5B9-32B5-654D-1C8B-A54670C227F0}"/>
          </ac:spMkLst>
        </pc:spChg>
        <pc:spChg chg="add mod">
          <ac:chgData name="Arthur, Claire" userId="dc68de1f-84b0-4451-afcc-86d78448e32e" providerId="ADAL" clId="{1DF52832-4B76-6A40-B11F-6684A39B6FDA}" dt="2025-09-10T15:46:31.339" v="720" actId="1076"/>
          <ac:spMkLst>
            <pc:docMk/>
            <pc:sldMk cId="277365742" sldId="260"/>
            <ac:spMk id="11" creationId="{69432E3B-65C7-894A-9C5B-10BEF2BCF80E}"/>
          </ac:spMkLst>
        </pc:spChg>
        <pc:grpChg chg="add">
          <ac:chgData name="Arthur, Claire" userId="dc68de1f-84b0-4451-afcc-86d78448e32e" providerId="ADAL" clId="{1DF52832-4B76-6A40-B11F-6684A39B6FDA}" dt="2025-09-10T15:49:25.224" v="727" actId="164"/>
          <ac:grpSpMkLst>
            <pc:docMk/>
            <pc:sldMk cId="277365742" sldId="260"/>
            <ac:grpSpMk id="14" creationId="{517FD2F5-C125-B0CE-1232-E7283094EC75}"/>
          </ac:grpSpMkLst>
        </pc:grpChg>
        <pc:picChg chg="add mod">
          <ac:chgData name="Arthur, Claire" userId="dc68de1f-84b0-4451-afcc-86d78448e32e" providerId="ADAL" clId="{1DF52832-4B76-6A40-B11F-6684A39B6FDA}" dt="2025-09-10T15:49:18.507" v="726" actId="1076"/>
          <ac:picMkLst>
            <pc:docMk/>
            <pc:sldMk cId="277365742" sldId="260"/>
            <ac:picMk id="13" creationId="{BC40ADFB-509C-AAE8-3DAB-625754DEDAC9}"/>
          </ac:picMkLst>
        </pc:picChg>
        <pc:cxnChg chg="add mod">
          <ac:chgData name="Arthur, Claire" userId="dc68de1f-84b0-4451-afcc-86d78448e32e" providerId="ADAL" clId="{1DF52832-4B76-6A40-B11F-6684A39B6FDA}" dt="2025-09-12T00:52:09.526" v="2044" actId="1036"/>
          <ac:cxnSpMkLst>
            <pc:docMk/>
            <pc:sldMk cId="277365742" sldId="260"/>
            <ac:cxnSpMk id="7" creationId="{5BDB866B-653D-9B3F-22A9-0B02077F8A6C}"/>
          </ac:cxnSpMkLst>
        </pc:cxnChg>
        <pc:cxnChg chg="add mod">
          <ac:chgData name="Arthur, Claire" userId="dc68de1f-84b0-4451-afcc-86d78448e32e" providerId="ADAL" clId="{1DF52832-4B76-6A40-B11F-6684A39B6FDA}" dt="2025-09-12T00:52:09.526" v="2044" actId="1036"/>
          <ac:cxnSpMkLst>
            <pc:docMk/>
            <pc:sldMk cId="277365742" sldId="260"/>
            <ac:cxnSpMk id="8" creationId="{C3FD2DFF-51E7-6960-B5E5-F7BB85640244}"/>
          </ac:cxnSpMkLst>
        </pc:cxnChg>
      </pc:sldChg>
      <pc:sldChg chg="add del">
        <pc:chgData name="Arthur, Claire" userId="dc68de1f-84b0-4451-afcc-86d78448e32e" providerId="ADAL" clId="{1DF52832-4B76-6A40-B11F-6684A39B6FDA}" dt="2025-09-10T15:45:44.186" v="681" actId="2696"/>
        <pc:sldMkLst>
          <pc:docMk/>
          <pc:sldMk cId="1299771080" sldId="261"/>
        </pc:sldMkLst>
      </pc:sldChg>
      <pc:sldChg chg="modSp new mod">
        <pc:chgData name="Arthur, Claire" userId="dc68de1f-84b0-4451-afcc-86d78448e32e" providerId="ADAL" clId="{1DF52832-4B76-6A40-B11F-6684A39B6FDA}" dt="2025-09-14T15:02:08.848" v="3946" actId="20577"/>
        <pc:sldMkLst>
          <pc:docMk/>
          <pc:sldMk cId="1977271369" sldId="261"/>
        </pc:sldMkLst>
        <pc:spChg chg="mod">
          <ac:chgData name="Arthur, Claire" userId="dc68de1f-84b0-4451-afcc-86d78448e32e" providerId="ADAL" clId="{1DF52832-4B76-6A40-B11F-6684A39B6FDA}" dt="2025-09-10T15:58:28.805" v="858"/>
          <ac:spMkLst>
            <pc:docMk/>
            <pc:sldMk cId="1977271369" sldId="261"/>
            <ac:spMk id="2" creationId="{873E768B-9C4C-125D-043B-3B12EADDD04C}"/>
          </ac:spMkLst>
        </pc:spChg>
        <pc:spChg chg="mod">
          <ac:chgData name="Arthur, Claire" userId="dc68de1f-84b0-4451-afcc-86d78448e32e" providerId="ADAL" clId="{1DF52832-4B76-6A40-B11F-6684A39B6FDA}" dt="2025-09-14T15:02:08.848" v="3946" actId="20577"/>
          <ac:spMkLst>
            <pc:docMk/>
            <pc:sldMk cId="1977271369" sldId="261"/>
            <ac:spMk id="3" creationId="{BBEE4A1B-3B5D-9C4D-AB85-52F62406BF58}"/>
          </ac:spMkLst>
        </pc:spChg>
      </pc:sldChg>
      <pc:sldChg chg="addSp delSp modSp new mod modAnim modNotesTx">
        <pc:chgData name="Arthur, Claire" userId="dc68de1f-84b0-4451-afcc-86d78448e32e" providerId="ADAL" clId="{1DF52832-4B76-6A40-B11F-6684A39B6FDA}" dt="2025-09-12T01:59:26.666" v="2420" actId="20577"/>
        <pc:sldMkLst>
          <pc:docMk/>
          <pc:sldMk cId="4240268419" sldId="262"/>
        </pc:sldMkLst>
        <pc:spChg chg="mod">
          <ac:chgData name="Arthur, Claire" userId="dc68de1f-84b0-4451-afcc-86d78448e32e" providerId="ADAL" clId="{1DF52832-4B76-6A40-B11F-6684A39B6FDA}" dt="2025-09-10T16:10:55.614" v="1202"/>
          <ac:spMkLst>
            <pc:docMk/>
            <pc:sldMk cId="4240268419" sldId="262"/>
            <ac:spMk id="2" creationId="{E7345BAE-2299-02EC-5E92-6DE3CE1C1AAE}"/>
          </ac:spMkLst>
        </pc:spChg>
        <pc:spChg chg="mod">
          <ac:chgData name="Arthur, Claire" userId="dc68de1f-84b0-4451-afcc-86d78448e32e" providerId="ADAL" clId="{1DF52832-4B76-6A40-B11F-6684A39B6FDA}" dt="2025-09-11T04:20:10.810" v="1819" actId="20577"/>
          <ac:spMkLst>
            <pc:docMk/>
            <pc:sldMk cId="4240268419" sldId="262"/>
            <ac:spMk id="3" creationId="{9E540D2A-C867-A991-CC6E-4126394D4297}"/>
          </ac:spMkLst>
        </pc:spChg>
        <pc:spChg chg="add mod">
          <ac:chgData name="Arthur, Claire" userId="dc68de1f-84b0-4451-afcc-86d78448e32e" providerId="ADAL" clId="{1DF52832-4B76-6A40-B11F-6684A39B6FDA}" dt="2025-09-10T16:31:56.372" v="1280" actId="1036"/>
          <ac:spMkLst>
            <pc:docMk/>
            <pc:sldMk cId="4240268419" sldId="262"/>
            <ac:spMk id="15" creationId="{365FA6CF-582C-68A0-CB65-78FA1EE76C38}"/>
          </ac:spMkLst>
        </pc:spChg>
        <pc:spChg chg="add mod">
          <ac:chgData name="Arthur, Claire" userId="dc68de1f-84b0-4451-afcc-86d78448e32e" providerId="ADAL" clId="{1DF52832-4B76-6A40-B11F-6684A39B6FDA}" dt="2025-09-11T01:07:03.344" v="1570" actId="1035"/>
          <ac:spMkLst>
            <pc:docMk/>
            <pc:sldMk cId="4240268419" sldId="262"/>
            <ac:spMk id="17" creationId="{DCECB98D-36B7-B941-EF22-3A99B60E4797}"/>
          </ac:spMkLst>
        </pc:spChg>
        <pc:grpChg chg="add mod">
          <ac:chgData name="Arthur, Claire" userId="dc68de1f-84b0-4451-afcc-86d78448e32e" providerId="ADAL" clId="{1DF52832-4B76-6A40-B11F-6684A39B6FDA}" dt="2025-09-11T01:06:32.566" v="1552" actId="166"/>
          <ac:grpSpMkLst>
            <pc:docMk/>
            <pc:sldMk cId="4240268419" sldId="262"/>
            <ac:grpSpMk id="20" creationId="{615B7434-0838-096A-9EA9-654F0BEFC1A1}"/>
          </ac:grpSpMkLst>
        </pc:grpChg>
        <pc:grpChg chg="add mod">
          <ac:chgData name="Arthur, Claire" userId="dc68de1f-84b0-4451-afcc-86d78448e32e" providerId="ADAL" clId="{1DF52832-4B76-6A40-B11F-6684A39B6FDA}" dt="2025-09-12T00:56:30.693" v="2170" actId="1076"/>
          <ac:grpSpMkLst>
            <pc:docMk/>
            <pc:sldMk cId="4240268419" sldId="262"/>
            <ac:grpSpMk id="21" creationId="{C8EB9FF5-A27F-2E3F-8A29-AEA867BA3D4A}"/>
          </ac:grpSpMkLst>
        </pc:grpChg>
        <pc:picChg chg="add mod">
          <ac:chgData name="Arthur, Claire" userId="dc68de1f-84b0-4451-afcc-86d78448e32e" providerId="ADAL" clId="{1DF52832-4B76-6A40-B11F-6684A39B6FDA}" dt="2025-09-10T16:16:02.721" v="1215" actId="1076"/>
          <ac:picMkLst>
            <pc:docMk/>
            <pc:sldMk cId="4240268419" sldId="262"/>
            <ac:picMk id="6" creationId="{9E536C3D-BA5A-69C5-02E8-F5A55B9C212A}"/>
          </ac:picMkLst>
        </pc:picChg>
        <pc:picChg chg="add mod">
          <ac:chgData name="Arthur, Claire" userId="dc68de1f-84b0-4451-afcc-86d78448e32e" providerId="ADAL" clId="{1DF52832-4B76-6A40-B11F-6684A39B6FDA}" dt="2025-09-10T16:30:59.911" v="1247" actId="1076"/>
          <ac:picMkLst>
            <pc:docMk/>
            <pc:sldMk cId="4240268419" sldId="262"/>
            <ac:picMk id="10" creationId="{80BB6151-8985-00F9-5909-3B6F85969A16}"/>
          </ac:picMkLst>
        </pc:picChg>
        <pc:picChg chg="add mod">
          <ac:chgData name="Arthur, Claire" userId="dc68de1f-84b0-4451-afcc-86d78448e32e" providerId="ADAL" clId="{1DF52832-4B76-6A40-B11F-6684A39B6FDA}" dt="2025-09-11T04:30:02.086" v="1834" actId="1076"/>
          <ac:picMkLst>
            <pc:docMk/>
            <pc:sldMk cId="4240268419" sldId="262"/>
            <ac:picMk id="35" creationId="{6520824B-F103-A966-149E-535D19219A5B}"/>
          </ac:picMkLst>
        </pc:picChg>
        <pc:picChg chg="add mod">
          <ac:chgData name="Arthur, Claire" userId="dc68de1f-84b0-4451-afcc-86d78448e32e" providerId="ADAL" clId="{1DF52832-4B76-6A40-B11F-6684A39B6FDA}" dt="2025-09-11T04:39:19.493" v="1936" actId="1076"/>
          <ac:picMkLst>
            <pc:docMk/>
            <pc:sldMk cId="4240268419" sldId="262"/>
            <ac:picMk id="39" creationId="{395B1C4E-08E7-7CE8-4203-18B5C48A681C}"/>
          </ac:picMkLst>
        </pc:picChg>
        <pc:cxnChg chg="add mod">
          <ac:chgData name="Arthur, Claire" userId="dc68de1f-84b0-4451-afcc-86d78448e32e" providerId="ADAL" clId="{1DF52832-4B76-6A40-B11F-6684A39B6FDA}" dt="2025-09-10T16:31:56.372" v="1280" actId="1036"/>
          <ac:cxnSpMkLst>
            <pc:docMk/>
            <pc:sldMk cId="4240268419" sldId="262"/>
            <ac:cxnSpMk id="14" creationId="{A382CCBC-5BBA-36E0-9337-6D860F357EF0}"/>
          </ac:cxnSpMkLst>
        </pc:cxnChg>
        <pc:cxnChg chg="add mod">
          <ac:chgData name="Arthur, Claire" userId="dc68de1f-84b0-4451-afcc-86d78448e32e" providerId="ADAL" clId="{1DF52832-4B76-6A40-B11F-6684A39B6FDA}" dt="2025-09-10T16:32:14.041" v="1282" actId="1076"/>
          <ac:cxnSpMkLst>
            <pc:docMk/>
            <pc:sldMk cId="4240268419" sldId="262"/>
            <ac:cxnSpMk id="16" creationId="{5131D108-56D4-D821-9094-FDA1994DBDAE}"/>
          </ac:cxnSpMkLst>
        </pc:cxnChg>
      </pc:sldChg>
      <pc:sldChg chg="addSp delSp modSp add del mod">
        <pc:chgData name="Arthur, Claire" userId="dc68de1f-84b0-4451-afcc-86d78448e32e" providerId="ADAL" clId="{1DF52832-4B76-6A40-B11F-6684A39B6FDA}" dt="2025-09-12T00:57:41.875" v="2302" actId="2696"/>
        <pc:sldMkLst>
          <pc:docMk/>
          <pc:sldMk cId="289755313" sldId="263"/>
        </pc:sldMkLst>
      </pc:sldChg>
      <pc:sldChg chg="modSp add del mod modTransition">
        <pc:chgData name="Arthur, Claire" userId="dc68de1f-84b0-4451-afcc-86d78448e32e" providerId="ADAL" clId="{1DF52832-4B76-6A40-B11F-6684A39B6FDA}" dt="2025-09-12T00:56:12.517" v="2168" actId="2696"/>
        <pc:sldMkLst>
          <pc:docMk/>
          <pc:sldMk cId="750563415" sldId="263"/>
        </pc:sldMkLst>
      </pc:sldChg>
      <pc:sldChg chg="delSp modSp add del mod">
        <pc:chgData name="Arthur, Claire" userId="dc68de1f-84b0-4451-afcc-86d78448e32e" providerId="ADAL" clId="{1DF52832-4B76-6A40-B11F-6684A39B6FDA}" dt="2025-09-11T04:20:30.556" v="1822" actId="2696"/>
        <pc:sldMkLst>
          <pc:docMk/>
          <pc:sldMk cId="1150171909" sldId="263"/>
        </pc:sldMkLst>
      </pc:sldChg>
      <pc:sldChg chg="addSp modSp add del mod">
        <pc:chgData name="Arthur, Claire" userId="dc68de1f-84b0-4451-afcc-86d78448e32e" providerId="ADAL" clId="{1DF52832-4B76-6A40-B11F-6684A39B6FDA}" dt="2025-09-11T04:38:57.589" v="1930" actId="2696"/>
        <pc:sldMkLst>
          <pc:docMk/>
          <pc:sldMk cId="1823071355" sldId="263"/>
        </pc:sldMkLst>
      </pc:sldChg>
      <pc:sldChg chg="addSp delSp modSp add del mod modTransition delAnim">
        <pc:chgData name="Arthur, Claire" userId="dc68de1f-84b0-4451-afcc-86d78448e32e" providerId="ADAL" clId="{1DF52832-4B76-6A40-B11F-6684A39B6FDA}" dt="2025-09-11T01:07:38.377" v="1572" actId="2696"/>
        <pc:sldMkLst>
          <pc:docMk/>
          <pc:sldMk cId="2911504355" sldId="263"/>
        </pc:sldMkLst>
      </pc:sldChg>
      <pc:sldChg chg="modSp add del mod">
        <pc:chgData name="Arthur, Claire" userId="dc68de1f-84b0-4451-afcc-86d78448e32e" providerId="ADAL" clId="{1DF52832-4B76-6A40-B11F-6684A39B6FDA}" dt="2025-09-11T02:35:50.874" v="1674" actId="2696"/>
        <pc:sldMkLst>
          <pc:docMk/>
          <pc:sldMk cId="3726975947" sldId="263"/>
        </pc:sldMkLst>
      </pc:sldChg>
      <pc:sldChg chg="addSp modSp add mod modTransition modAnim">
        <pc:chgData name="Arthur, Claire" userId="dc68de1f-84b0-4451-afcc-86d78448e32e" providerId="ADAL" clId="{1DF52832-4B76-6A40-B11F-6684A39B6FDA}" dt="2025-09-12T02:00:50.724" v="2517" actId="1036"/>
        <pc:sldMkLst>
          <pc:docMk/>
          <pc:sldMk cId="4276260041" sldId="263"/>
        </pc:sldMkLst>
        <pc:spChg chg="mod">
          <ac:chgData name="Arthur, Claire" userId="dc68de1f-84b0-4451-afcc-86d78448e32e" providerId="ADAL" clId="{1DF52832-4B76-6A40-B11F-6684A39B6FDA}" dt="2025-09-12T00:58:30.672" v="2408" actId="20577"/>
          <ac:spMkLst>
            <pc:docMk/>
            <pc:sldMk cId="4276260041" sldId="263"/>
            <ac:spMk id="9" creationId="{7892AD49-232D-274F-9778-A1A8AEF40394}"/>
          </ac:spMkLst>
        </pc:spChg>
        <pc:grpChg chg="add mod">
          <ac:chgData name="Arthur, Claire" userId="dc68de1f-84b0-4451-afcc-86d78448e32e" providerId="ADAL" clId="{1DF52832-4B76-6A40-B11F-6684A39B6FDA}" dt="2025-09-12T00:58:24.912" v="2402" actId="1076"/>
          <ac:grpSpMkLst>
            <pc:docMk/>
            <pc:sldMk cId="4276260041" sldId="263"/>
            <ac:grpSpMk id="7" creationId="{5D5E4B4D-E8A0-0267-9F67-974C11EA435B}"/>
          </ac:grpSpMkLst>
        </pc:grpChg>
        <pc:grpChg chg="mod">
          <ac:chgData name="Arthur, Claire" userId="dc68de1f-84b0-4451-afcc-86d78448e32e" providerId="ADAL" clId="{1DF52832-4B76-6A40-B11F-6684A39B6FDA}" dt="2025-09-12T00:58:07.561" v="2400" actId="1037"/>
          <ac:grpSpMkLst>
            <pc:docMk/>
            <pc:sldMk cId="4276260041" sldId="263"/>
            <ac:grpSpMk id="20" creationId="{615B7434-0838-096A-9EA9-654F0BEFC1A1}"/>
          </ac:grpSpMkLst>
        </pc:grpChg>
        <pc:grpChg chg="mod">
          <ac:chgData name="Arthur, Claire" userId="dc68de1f-84b0-4451-afcc-86d78448e32e" providerId="ADAL" clId="{1DF52832-4B76-6A40-B11F-6684A39B6FDA}" dt="2025-09-12T00:58:07.561" v="2400" actId="1037"/>
          <ac:grpSpMkLst>
            <pc:docMk/>
            <pc:sldMk cId="4276260041" sldId="263"/>
            <ac:grpSpMk id="21" creationId="{C8EB9FF5-A27F-2E3F-8A29-AEA867BA3D4A}"/>
          </ac:grpSpMkLst>
        </pc:grpChg>
        <pc:picChg chg="mod">
          <ac:chgData name="Arthur, Claire" userId="dc68de1f-84b0-4451-afcc-86d78448e32e" providerId="ADAL" clId="{1DF52832-4B76-6A40-B11F-6684A39B6FDA}" dt="2025-09-12T00:58:07.561" v="2400" actId="1037"/>
          <ac:picMkLst>
            <pc:docMk/>
            <pc:sldMk cId="4276260041" sldId="263"/>
            <ac:picMk id="10" creationId="{80BB6151-8985-00F9-5909-3B6F85969A16}"/>
          </ac:picMkLst>
        </pc:picChg>
        <pc:picChg chg="add mod">
          <ac:chgData name="Arthur, Claire" userId="dc68de1f-84b0-4451-afcc-86d78448e32e" providerId="ADAL" clId="{1DF52832-4B76-6A40-B11F-6684A39B6FDA}" dt="2025-09-12T02:00:50.724" v="2517" actId="1036"/>
          <ac:picMkLst>
            <pc:docMk/>
            <pc:sldMk cId="4276260041" sldId="263"/>
            <ac:picMk id="12" creationId="{61F87F0B-2D96-3252-BF48-82D60E1E61F8}"/>
          </ac:picMkLst>
        </pc:picChg>
        <pc:picChg chg="mod">
          <ac:chgData name="Arthur, Claire" userId="dc68de1f-84b0-4451-afcc-86d78448e32e" providerId="ADAL" clId="{1DF52832-4B76-6A40-B11F-6684A39B6FDA}" dt="2025-09-12T00:58:07.561" v="2400" actId="1037"/>
          <ac:picMkLst>
            <pc:docMk/>
            <pc:sldMk cId="4276260041" sldId="263"/>
            <ac:picMk id="35" creationId="{6520824B-F103-A966-149E-535D19219A5B}"/>
          </ac:picMkLst>
        </pc:picChg>
        <pc:picChg chg="mod">
          <ac:chgData name="Arthur, Claire" userId="dc68de1f-84b0-4451-afcc-86d78448e32e" providerId="ADAL" clId="{1DF52832-4B76-6A40-B11F-6684A39B6FDA}" dt="2025-09-12T00:58:07.561" v="2400" actId="1037"/>
          <ac:picMkLst>
            <pc:docMk/>
            <pc:sldMk cId="4276260041" sldId="263"/>
            <ac:picMk id="39" creationId="{395B1C4E-08E7-7CE8-4203-18B5C48A681C}"/>
          </ac:picMkLst>
        </pc:picChg>
        <pc:cxnChg chg="mod">
          <ac:chgData name="Arthur, Claire" userId="dc68de1f-84b0-4451-afcc-86d78448e32e" providerId="ADAL" clId="{1DF52832-4B76-6A40-B11F-6684A39B6FDA}" dt="2025-09-12T00:58:19.713" v="2401"/>
          <ac:cxnSpMkLst>
            <pc:docMk/>
            <pc:sldMk cId="4276260041" sldId="263"/>
            <ac:cxnSpMk id="8" creationId="{476E15B8-B754-09C9-406B-9B26D4BB84B6}"/>
          </ac:cxnSpMkLst>
        </pc:cxnChg>
      </pc:sldChg>
      <pc:sldChg chg="modSp add del mod">
        <pc:chgData name="Arthur, Claire" userId="dc68de1f-84b0-4451-afcc-86d78448e32e" providerId="ADAL" clId="{1DF52832-4B76-6A40-B11F-6684A39B6FDA}" dt="2025-09-12T02:01:36.923" v="2570" actId="2696"/>
        <pc:sldMkLst>
          <pc:docMk/>
          <pc:sldMk cId="507605759" sldId="264"/>
        </pc:sldMkLst>
      </pc:sldChg>
      <pc:sldChg chg="new del">
        <pc:chgData name="Arthur, Claire" userId="dc68de1f-84b0-4451-afcc-86d78448e32e" providerId="ADAL" clId="{1DF52832-4B76-6A40-B11F-6684A39B6FDA}" dt="2025-09-11T02:35:42.859" v="1673" actId="680"/>
        <pc:sldMkLst>
          <pc:docMk/>
          <pc:sldMk cId="1821836231" sldId="264"/>
        </pc:sldMkLst>
      </pc:sldChg>
      <pc:sldChg chg="modSp add del mod">
        <pc:chgData name="Arthur, Claire" userId="dc68de1f-84b0-4451-afcc-86d78448e32e" providerId="ADAL" clId="{1DF52832-4B76-6A40-B11F-6684A39B6FDA}" dt="2025-09-12T02:00:27.984" v="2495" actId="2696"/>
        <pc:sldMkLst>
          <pc:docMk/>
          <pc:sldMk cId="2920468135" sldId="264"/>
        </pc:sldMkLst>
      </pc:sldChg>
      <pc:sldChg chg="addSp modSp add mod modAnim modNotesTx">
        <pc:chgData name="Arthur, Claire" userId="dc68de1f-84b0-4451-afcc-86d78448e32e" providerId="ADAL" clId="{1DF52832-4B76-6A40-B11F-6684A39B6FDA}" dt="2025-09-13T05:15:11.381" v="3001"/>
        <pc:sldMkLst>
          <pc:docMk/>
          <pc:sldMk cId="3163241845" sldId="264"/>
        </pc:sldMkLst>
        <pc:spChg chg="add mod">
          <ac:chgData name="Arthur, Claire" userId="dc68de1f-84b0-4451-afcc-86d78448e32e" providerId="ADAL" clId="{1DF52832-4B76-6A40-B11F-6684A39B6FDA}" dt="2025-09-13T04:51:53.617" v="2785" actId="1076"/>
          <ac:spMkLst>
            <pc:docMk/>
            <pc:sldMk cId="3163241845" sldId="264"/>
            <ac:spMk id="24" creationId="{B03EF7C2-318C-988B-AD84-A8C633B958B7}"/>
          </ac:spMkLst>
        </pc:spChg>
        <pc:spChg chg="add mod">
          <ac:chgData name="Arthur, Claire" userId="dc68de1f-84b0-4451-afcc-86d78448e32e" providerId="ADAL" clId="{1DF52832-4B76-6A40-B11F-6684A39B6FDA}" dt="2025-09-13T04:54:19.787" v="2800" actId="14100"/>
          <ac:spMkLst>
            <pc:docMk/>
            <pc:sldMk cId="3163241845" sldId="264"/>
            <ac:spMk id="25" creationId="{6B496947-90D1-E2F0-674F-BE3807AA596C}"/>
          </ac:spMkLst>
        </pc:spChg>
        <pc:spChg chg="add mod">
          <ac:chgData name="Arthur, Claire" userId="dc68de1f-84b0-4451-afcc-86d78448e32e" providerId="ADAL" clId="{1DF52832-4B76-6A40-B11F-6684A39B6FDA}" dt="2025-09-13T04:57:38.963" v="2839" actId="20577"/>
          <ac:spMkLst>
            <pc:docMk/>
            <pc:sldMk cId="3163241845" sldId="264"/>
            <ac:spMk id="26" creationId="{2D4C83CE-CC05-90D5-1EA3-36A0508AAAA9}"/>
          </ac:spMkLst>
        </pc:spChg>
        <pc:spChg chg="add mod">
          <ac:chgData name="Arthur, Claire" userId="dc68de1f-84b0-4451-afcc-86d78448e32e" providerId="ADAL" clId="{1DF52832-4B76-6A40-B11F-6684A39B6FDA}" dt="2025-09-13T04:56:27.063" v="2832" actId="1038"/>
          <ac:spMkLst>
            <pc:docMk/>
            <pc:sldMk cId="3163241845" sldId="264"/>
            <ac:spMk id="27" creationId="{5AEC149D-53EA-53F2-B8D7-E2B2257CA48C}"/>
          </ac:spMkLst>
        </pc:spChg>
        <pc:spChg chg="add mod">
          <ac:chgData name="Arthur, Claire" userId="dc68de1f-84b0-4451-afcc-86d78448e32e" providerId="ADAL" clId="{1DF52832-4B76-6A40-B11F-6684A39B6FDA}" dt="2025-09-13T05:15:02.693" v="3000" actId="1076"/>
          <ac:spMkLst>
            <pc:docMk/>
            <pc:sldMk cId="3163241845" sldId="264"/>
            <ac:spMk id="30" creationId="{2A765FE7-A3D8-2A42-2A4E-AA6D7C4CCF99}"/>
          </ac:spMkLst>
        </pc:spChg>
        <pc:grpChg chg="mod">
          <ac:chgData name="Arthur, Claire" userId="dc68de1f-84b0-4451-afcc-86d78448e32e" providerId="ADAL" clId="{1DF52832-4B76-6A40-B11F-6684A39B6FDA}" dt="2025-09-12T02:02:13.584" v="2618" actId="1037"/>
          <ac:grpSpMkLst>
            <pc:docMk/>
            <pc:sldMk cId="3163241845" sldId="264"/>
            <ac:grpSpMk id="7" creationId="{5D5E4B4D-E8A0-0267-9F67-974C11EA435B}"/>
          </ac:grpSpMkLst>
        </pc:grpChg>
        <pc:grpChg chg="mod">
          <ac:chgData name="Arthur, Claire" userId="dc68de1f-84b0-4451-afcc-86d78448e32e" providerId="ADAL" clId="{1DF52832-4B76-6A40-B11F-6684A39B6FDA}" dt="2025-09-12T02:02:13.584" v="2618" actId="1037"/>
          <ac:grpSpMkLst>
            <pc:docMk/>
            <pc:sldMk cId="3163241845" sldId="264"/>
            <ac:grpSpMk id="20" creationId="{615B7434-0838-096A-9EA9-654F0BEFC1A1}"/>
          </ac:grpSpMkLst>
        </pc:grpChg>
        <pc:grpChg chg="mod">
          <ac:chgData name="Arthur, Claire" userId="dc68de1f-84b0-4451-afcc-86d78448e32e" providerId="ADAL" clId="{1DF52832-4B76-6A40-B11F-6684A39B6FDA}" dt="2025-09-12T02:02:13.584" v="2618" actId="1037"/>
          <ac:grpSpMkLst>
            <pc:docMk/>
            <pc:sldMk cId="3163241845" sldId="264"/>
            <ac:grpSpMk id="21" creationId="{C8EB9FF5-A27F-2E3F-8A29-AEA867BA3D4A}"/>
          </ac:grpSpMkLst>
        </pc:grpChg>
        <pc:grpChg chg="add">
          <ac:chgData name="Arthur, Claire" userId="dc68de1f-84b0-4451-afcc-86d78448e32e" providerId="ADAL" clId="{1DF52832-4B76-6A40-B11F-6684A39B6FDA}" dt="2025-09-13T04:56:46.955" v="2833" actId="164"/>
          <ac:grpSpMkLst>
            <pc:docMk/>
            <pc:sldMk cId="3163241845" sldId="264"/>
            <ac:grpSpMk id="28" creationId="{619BF6F7-3FDA-593B-8A61-6CFB74ED5067}"/>
          </ac:grpSpMkLst>
        </pc:grpChg>
        <pc:grpChg chg="add">
          <ac:chgData name="Arthur, Claire" userId="dc68de1f-84b0-4451-afcc-86d78448e32e" providerId="ADAL" clId="{1DF52832-4B76-6A40-B11F-6684A39B6FDA}" dt="2025-09-13T04:57:01.316" v="2834" actId="164"/>
          <ac:grpSpMkLst>
            <pc:docMk/>
            <pc:sldMk cId="3163241845" sldId="264"/>
            <ac:grpSpMk id="29" creationId="{7E24DF48-1341-D8E0-AB2B-169D8453E129}"/>
          </ac:grpSpMkLst>
        </pc:grpChg>
        <pc:picChg chg="mod">
          <ac:chgData name="Arthur, Claire" userId="dc68de1f-84b0-4451-afcc-86d78448e32e" providerId="ADAL" clId="{1DF52832-4B76-6A40-B11F-6684A39B6FDA}" dt="2025-09-12T02:02:13.584" v="2618" actId="1037"/>
          <ac:picMkLst>
            <pc:docMk/>
            <pc:sldMk cId="3163241845" sldId="264"/>
            <ac:picMk id="10" creationId="{80BB6151-8985-00F9-5909-3B6F85969A16}"/>
          </ac:picMkLst>
        </pc:picChg>
        <pc:picChg chg="mod">
          <ac:chgData name="Arthur, Claire" userId="dc68de1f-84b0-4451-afcc-86d78448e32e" providerId="ADAL" clId="{1DF52832-4B76-6A40-B11F-6684A39B6FDA}" dt="2025-09-13T04:53:43.177" v="2791" actId="167"/>
          <ac:picMkLst>
            <pc:docMk/>
            <pc:sldMk cId="3163241845" sldId="264"/>
            <ac:picMk id="12" creationId="{61F87F0B-2D96-3252-BF48-82D60E1E61F8}"/>
          </ac:picMkLst>
        </pc:picChg>
        <pc:picChg chg="mod">
          <ac:chgData name="Arthur, Claire" userId="dc68de1f-84b0-4451-afcc-86d78448e32e" providerId="ADAL" clId="{1DF52832-4B76-6A40-B11F-6684A39B6FDA}" dt="2025-09-12T02:02:13.584" v="2618" actId="1037"/>
          <ac:picMkLst>
            <pc:docMk/>
            <pc:sldMk cId="3163241845" sldId="264"/>
            <ac:picMk id="35" creationId="{6520824B-F103-A966-149E-535D19219A5B}"/>
          </ac:picMkLst>
        </pc:picChg>
        <pc:picChg chg="mod">
          <ac:chgData name="Arthur, Claire" userId="dc68de1f-84b0-4451-afcc-86d78448e32e" providerId="ADAL" clId="{1DF52832-4B76-6A40-B11F-6684A39B6FDA}" dt="2025-09-13T04:49:57.873" v="2624" actId="167"/>
          <ac:picMkLst>
            <pc:docMk/>
            <pc:sldMk cId="3163241845" sldId="264"/>
            <ac:picMk id="39" creationId="{395B1C4E-08E7-7CE8-4203-18B5C48A681C}"/>
          </ac:picMkLst>
        </pc:picChg>
        <pc:cxnChg chg="add mod">
          <ac:chgData name="Arthur, Claire" userId="dc68de1f-84b0-4451-afcc-86d78448e32e" providerId="ADAL" clId="{1DF52832-4B76-6A40-B11F-6684A39B6FDA}" dt="2025-09-13T04:50:20.510" v="2708" actId="208"/>
          <ac:cxnSpMkLst>
            <pc:docMk/>
            <pc:sldMk cId="3163241845" sldId="264"/>
            <ac:cxnSpMk id="13" creationId="{980994FB-B16E-99A2-7F81-10788D3CF6C7}"/>
          </ac:cxnSpMkLst>
        </pc:cxnChg>
        <pc:cxnChg chg="add mod">
          <ac:chgData name="Arthur, Claire" userId="dc68de1f-84b0-4451-afcc-86d78448e32e" providerId="ADAL" clId="{1DF52832-4B76-6A40-B11F-6684A39B6FDA}" dt="2025-09-13T04:50:38.067" v="2728" actId="1038"/>
          <ac:cxnSpMkLst>
            <pc:docMk/>
            <pc:sldMk cId="3163241845" sldId="264"/>
            <ac:cxnSpMk id="18" creationId="{016BFD03-B71C-5380-43FD-6B91D673C87C}"/>
          </ac:cxnSpMkLst>
        </pc:cxnChg>
        <pc:cxnChg chg="add mod">
          <ac:chgData name="Arthur, Claire" userId="dc68de1f-84b0-4451-afcc-86d78448e32e" providerId="ADAL" clId="{1DF52832-4B76-6A40-B11F-6684A39B6FDA}" dt="2025-09-13T04:50:50.905" v="2737" actId="1036"/>
          <ac:cxnSpMkLst>
            <pc:docMk/>
            <pc:sldMk cId="3163241845" sldId="264"/>
            <ac:cxnSpMk id="19" creationId="{36C64F70-DCDF-9078-2791-6D152C00B5D5}"/>
          </ac:cxnSpMkLst>
        </pc:cxnChg>
        <pc:cxnChg chg="add mod">
          <ac:chgData name="Arthur, Claire" userId="dc68de1f-84b0-4451-afcc-86d78448e32e" providerId="ADAL" clId="{1DF52832-4B76-6A40-B11F-6684A39B6FDA}" dt="2025-09-13T04:51:00.575" v="2756" actId="1037"/>
          <ac:cxnSpMkLst>
            <pc:docMk/>
            <pc:sldMk cId="3163241845" sldId="264"/>
            <ac:cxnSpMk id="22" creationId="{FFA76CBA-6E5A-1612-2275-D0E5F373BFC0}"/>
          </ac:cxnSpMkLst>
        </pc:cxnChg>
        <pc:cxnChg chg="add mod">
          <ac:chgData name="Arthur, Claire" userId="dc68de1f-84b0-4451-afcc-86d78448e32e" providerId="ADAL" clId="{1DF52832-4B76-6A40-B11F-6684A39B6FDA}" dt="2025-09-13T04:51:08.209" v="2763" actId="1035"/>
          <ac:cxnSpMkLst>
            <pc:docMk/>
            <pc:sldMk cId="3163241845" sldId="264"/>
            <ac:cxnSpMk id="23" creationId="{C687162F-2B02-E01A-3F6B-5ECA989B81B1}"/>
          </ac:cxnSpMkLst>
        </pc:cxnChg>
      </pc:sldChg>
      <pc:sldChg chg="modSp add del mod">
        <pc:chgData name="Arthur, Claire" userId="dc68de1f-84b0-4451-afcc-86d78448e32e" providerId="ADAL" clId="{1DF52832-4B76-6A40-B11F-6684A39B6FDA}" dt="2025-09-11T01:08:07.020" v="1575" actId="2696"/>
        <pc:sldMkLst>
          <pc:docMk/>
          <pc:sldMk cId="3613245132" sldId="264"/>
        </pc:sldMkLst>
      </pc:sldChg>
      <pc:sldChg chg="modSp new mod">
        <pc:chgData name="Arthur, Claire" userId="dc68de1f-84b0-4451-afcc-86d78448e32e" providerId="ADAL" clId="{1DF52832-4B76-6A40-B11F-6684A39B6FDA}" dt="2025-09-13T13:47:59.726" v="3428" actId="207"/>
        <pc:sldMkLst>
          <pc:docMk/>
          <pc:sldMk cId="538004936" sldId="265"/>
        </pc:sldMkLst>
        <pc:spChg chg="mod">
          <ac:chgData name="Arthur, Claire" userId="dc68de1f-84b0-4451-afcc-86d78448e32e" providerId="ADAL" clId="{1DF52832-4B76-6A40-B11F-6684A39B6FDA}" dt="2025-09-13T13:43:44.346" v="3020" actId="20577"/>
          <ac:spMkLst>
            <pc:docMk/>
            <pc:sldMk cId="538004936" sldId="265"/>
            <ac:spMk id="2" creationId="{2CE28489-FE32-28C5-797C-BD7C1149655F}"/>
          </ac:spMkLst>
        </pc:spChg>
        <pc:spChg chg="mod">
          <ac:chgData name="Arthur, Claire" userId="dc68de1f-84b0-4451-afcc-86d78448e32e" providerId="ADAL" clId="{1DF52832-4B76-6A40-B11F-6684A39B6FDA}" dt="2025-09-13T13:47:59.726" v="3428" actId="207"/>
          <ac:spMkLst>
            <pc:docMk/>
            <pc:sldMk cId="538004936" sldId="265"/>
            <ac:spMk id="3" creationId="{530AE18F-04C0-69FE-C89C-3674F304DC9D}"/>
          </ac:spMkLst>
        </pc:spChg>
      </pc:sldChg>
      <pc:sldChg chg="add del">
        <pc:chgData name="Arthur, Claire" userId="dc68de1f-84b0-4451-afcc-86d78448e32e" providerId="ADAL" clId="{1DF52832-4B76-6A40-B11F-6684A39B6FDA}" dt="2025-09-11T01:08:00.959" v="1574" actId="2890"/>
        <pc:sldMkLst>
          <pc:docMk/>
          <pc:sldMk cId="2128886385" sldId="265"/>
        </pc:sldMkLst>
      </pc:sldChg>
      <pc:sldChg chg="add">
        <pc:chgData name="Arthur, Claire" userId="dc68de1f-84b0-4451-afcc-86d78448e32e" providerId="ADAL" clId="{1DF52832-4B76-6A40-B11F-6684A39B6FDA}" dt="2025-09-14T03:57:04.701" v="3459" actId="2890"/>
        <pc:sldMkLst>
          <pc:docMk/>
          <pc:sldMk cId="1892853683" sldId="266"/>
        </pc:sldMkLst>
      </pc:sldChg>
      <pc:sldChg chg="addSp delSp modSp new mod ord">
        <pc:chgData name="Arthur, Claire" userId="dc68de1f-84b0-4451-afcc-86d78448e32e" providerId="ADAL" clId="{1DF52832-4B76-6A40-B11F-6684A39B6FDA}" dt="2025-09-16T12:56:40.083" v="6482" actId="20577"/>
        <pc:sldMkLst>
          <pc:docMk/>
          <pc:sldMk cId="872049809" sldId="267"/>
        </pc:sldMkLst>
        <pc:spChg chg="mod">
          <ac:chgData name="Arthur, Claire" userId="dc68de1f-84b0-4451-afcc-86d78448e32e" providerId="ADAL" clId="{1DF52832-4B76-6A40-B11F-6684A39B6FDA}" dt="2025-09-14T14:00:27.037" v="3604"/>
          <ac:spMkLst>
            <pc:docMk/>
            <pc:sldMk cId="872049809" sldId="267"/>
            <ac:spMk id="2" creationId="{72937D95-E679-18B5-5B6C-7703459D1943}"/>
          </ac:spMkLst>
        </pc:spChg>
        <pc:spChg chg="add mod">
          <ac:chgData name="Arthur, Claire" userId="dc68de1f-84b0-4451-afcc-86d78448e32e" providerId="ADAL" clId="{1DF52832-4B76-6A40-B11F-6684A39B6FDA}" dt="2025-09-16T12:56:40.083" v="6482" actId="20577"/>
          <ac:spMkLst>
            <pc:docMk/>
            <pc:sldMk cId="872049809" sldId="267"/>
            <ac:spMk id="8" creationId="{54484C70-1CE9-A4D9-0DE1-3443A63D01CC}"/>
          </ac:spMkLst>
        </pc:spChg>
        <pc:picChg chg="add mod">
          <ac:chgData name="Arthur, Claire" userId="dc68de1f-84b0-4451-afcc-86d78448e32e" providerId="ADAL" clId="{1DF52832-4B76-6A40-B11F-6684A39B6FDA}" dt="2025-09-14T14:07:27.259" v="3608" actId="1076"/>
          <ac:picMkLst>
            <pc:docMk/>
            <pc:sldMk cId="872049809" sldId="267"/>
            <ac:picMk id="7" creationId="{B944B57E-8F4F-7F95-F351-0753B5F91E6C}"/>
          </ac:picMkLst>
        </pc:picChg>
      </pc:sldChg>
      <pc:sldChg chg="addSp delSp modSp new mod modNotesTx">
        <pc:chgData name="Arthur, Claire" userId="dc68de1f-84b0-4451-afcc-86d78448e32e" providerId="ADAL" clId="{1DF52832-4B76-6A40-B11F-6684A39B6FDA}" dt="2025-09-16T02:23:10.945" v="5498" actId="20577"/>
        <pc:sldMkLst>
          <pc:docMk/>
          <pc:sldMk cId="2411011089" sldId="268"/>
        </pc:sldMkLst>
        <pc:spChg chg="mod">
          <ac:chgData name="Arthur, Claire" userId="dc68de1f-84b0-4451-afcc-86d78448e32e" providerId="ADAL" clId="{1DF52832-4B76-6A40-B11F-6684A39B6FDA}" dt="2025-09-14T14:51:45.014" v="3626" actId="20577"/>
          <ac:spMkLst>
            <pc:docMk/>
            <pc:sldMk cId="2411011089" sldId="268"/>
            <ac:spMk id="2" creationId="{4BC2077A-CA37-2216-FAE1-44DDB9F21D26}"/>
          </ac:spMkLst>
        </pc:spChg>
        <pc:graphicFrameChg chg="add mod modGraphic">
          <ac:chgData name="Arthur, Claire" userId="dc68de1f-84b0-4451-afcc-86d78448e32e" providerId="ADAL" clId="{1DF52832-4B76-6A40-B11F-6684A39B6FDA}" dt="2025-09-15T14:27:31.305" v="4954" actId="20577"/>
          <ac:graphicFrameMkLst>
            <pc:docMk/>
            <pc:sldMk cId="2411011089" sldId="268"/>
            <ac:graphicFrameMk id="7" creationId="{FBE38652-63C4-318B-60C1-48E755D7757B}"/>
          </ac:graphicFrameMkLst>
        </pc:graphicFrameChg>
        <pc:picChg chg="add mod">
          <ac:chgData name="Arthur, Claire" userId="dc68de1f-84b0-4451-afcc-86d78448e32e" providerId="ADAL" clId="{1DF52832-4B76-6A40-B11F-6684A39B6FDA}" dt="2025-09-15T13:21:21.118" v="4872" actId="1038"/>
          <ac:picMkLst>
            <pc:docMk/>
            <pc:sldMk cId="2411011089" sldId="268"/>
            <ac:picMk id="9" creationId="{6EC02754-0184-6F38-D831-572956F9523F}"/>
          </ac:picMkLst>
        </pc:picChg>
        <pc:picChg chg="add mod">
          <ac:chgData name="Arthur, Claire" userId="dc68de1f-84b0-4451-afcc-86d78448e32e" providerId="ADAL" clId="{1DF52832-4B76-6A40-B11F-6684A39B6FDA}" dt="2025-09-15T13:39:18.231" v="4929" actId="1036"/>
          <ac:picMkLst>
            <pc:docMk/>
            <pc:sldMk cId="2411011089" sldId="268"/>
            <ac:picMk id="11" creationId="{DC3569E5-5B2F-E038-CC99-FFF47C02682B}"/>
          </ac:picMkLst>
        </pc:picChg>
        <pc:picChg chg="add del mod">
          <ac:chgData name="Arthur, Claire" userId="dc68de1f-84b0-4451-afcc-86d78448e32e" providerId="ADAL" clId="{1DF52832-4B76-6A40-B11F-6684A39B6FDA}" dt="2025-09-15T14:30:46.919" v="4955" actId="478"/>
          <ac:picMkLst>
            <pc:docMk/>
            <pc:sldMk cId="2411011089" sldId="268"/>
            <ac:picMk id="13" creationId="{B0FF4E12-64C2-33A3-FB31-43BDE9B78061}"/>
          </ac:picMkLst>
        </pc:picChg>
        <pc:picChg chg="add del mod">
          <ac:chgData name="Arthur, Claire" userId="dc68de1f-84b0-4451-afcc-86d78448e32e" providerId="ADAL" clId="{1DF52832-4B76-6A40-B11F-6684A39B6FDA}" dt="2025-09-15T13:41:06.705" v="4939" actId="478"/>
          <ac:picMkLst>
            <pc:docMk/>
            <pc:sldMk cId="2411011089" sldId="268"/>
            <ac:picMk id="15" creationId="{3A95698C-026F-490E-D7F5-EEB0869FCB0F}"/>
          </ac:picMkLst>
        </pc:picChg>
        <pc:picChg chg="add mod">
          <ac:chgData name="Arthur, Claire" userId="dc68de1f-84b0-4451-afcc-86d78448e32e" providerId="ADAL" clId="{1DF52832-4B76-6A40-B11F-6684A39B6FDA}" dt="2025-09-15T14:33:37.436" v="4978" actId="1076"/>
          <ac:picMkLst>
            <pc:docMk/>
            <pc:sldMk cId="2411011089" sldId="268"/>
            <ac:picMk id="17" creationId="{0A4F3131-D812-705E-E809-0D28477AD5AB}"/>
          </ac:picMkLst>
        </pc:picChg>
        <pc:picChg chg="add del mod">
          <ac:chgData name="Arthur, Claire" userId="dc68de1f-84b0-4451-afcc-86d78448e32e" providerId="ADAL" clId="{1DF52832-4B76-6A40-B11F-6684A39B6FDA}" dt="2025-09-15T14:40:33.268" v="4982" actId="478"/>
          <ac:picMkLst>
            <pc:docMk/>
            <pc:sldMk cId="2411011089" sldId="268"/>
            <ac:picMk id="19" creationId="{39DDABC8-2335-00D9-A655-745F9BE67995}"/>
          </ac:picMkLst>
        </pc:picChg>
        <pc:picChg chg="add mod">
          <ac:chgData name="Arthur, Claire" userId="dc68de1f-84b0-4451-afcc-86d78448e32e" providerId="ADAL" clId="{1DF52832-4B76-6A40-B11F-6684A39B6FDA}" dt="2025-09-15T14:32:27.737" v="4968" actId="1076"/>
          <ac:picMkLst>
            <pc:docMk/>
            <pc:sldMk cId="2411011089" sldId="268"/>
            <ac:picMk id="21" creationId="{AD3523B7-120C-9BA6-8729-42183C13EC05}"/>
          </ac:picMkLst>
        </pc:picChg>
        <pc:picChg chg="add mod">
          <ac:chgData name="Arthur, Claire" userId="dc68de1f-84b0-4451-afcc-86d78448e32e" providerId="ADAL" clId="{1DF52832-4B76-6A40-B11F-6684A39B6FDA}" dt="2025-09-15T14:40:37.216" v="4983" actId="1076"/>
          <ac:picMkLst>
            <pc:docMk/>
            <pc:sldMk cId="2411011089" sldId="268"/>
            <ac:picMk id="23" creationId="{F9CF1293-18B5-5528-AE9C-B85722277A60}"/>
          </ac:picMkLst>
        </pc:picChg>
      </pc:sldChg>
      <pc:sldChg chg="addSp delSp modSp new mod">
        <pc:chgData name="Arthur, Claire" userId="dc68de1f-84b0-4451-afcc-86d78448e32e" providerId="ADAL" clId="{1DF52832-4B76-6A40-B11F-6684A39B6FDA}" dt="2025-09-16T01:27:57.770" v="4994" actId="1076"/>
        <pc:sldMkLst>
          <pc:docMk/>
          <pc:sldMk cId="2923749573" sldId="269"/>
        </pc:sldMkLst>
        <pc:spChg chg="mod">
          <ac:chgData name="Arthur, Claire" userId="dc68de1f-84b0-4451-afcc-86d78448e32e" providerId="ADAL" clId="{1DF52832-4B76-6A40-B11F-6684A39B6FDA}" dt="2025-09-14T15:00:36.359" v="3811" actId="20577"/>
          <ac:spMkLst>
            <pc:docMk/>
            <pc:sldMk cId="2923749573" sldId="269"/>
            <ac:spMk id="2" creationId="{4F54F56C-1FBD-38E8-9AD9-268F310968B4}"/>
          </ac:spMkLst>
        </pc:spChg>
        <pc:spChg chg="del">
          <ac:chgData name="Arthur, Claire" userId="dc68de1f-84b0-4451-afcc-86d78448e32e" providerId="ADAL" clId="{1DF52832-4B76-6A40-B11F-6684A39B6FDA}" dt="2025-09-15T14:24:21.245" v="4946" actId="478"/>
          <ac:spMkLst>
            <pc:docMk/>
            <pc:sldMk cId="2923749573" sldId="269"/>
            <ac:spMk id="3" creationId="{2A161800-50C4-14D9-1FD9-1E48B345E7C3}"/>
          </ac:spMkLst>
        </pc:spChg>
        <pc:spChg chg="add mod">
          <ac:chgData name="Arthur, Claire" userId="dc68de1f-84b0-4451-afcc-86d78448e32e" providerId="ADAL" clId="{1DF52832-4B76-6A40-B11F-6684A39B6FDA}" dt="2025-09-16T01:27:46.321" v="4993" actId="1076"/>
          <ac:spMkLst>
            <pc:docMk/>
            <pc:sldMk cId="2923749573" sldId="269"/>
            <ac:spMk id="10" creationId="{D50F63AB-33BC-0811-717D-E6664D683E56}"/>
          </ac:spMkLst>
        </pc:spChg>
        <pc:picChg chg="add del mod">
          <ac:chgData name="Arthur, Claire" userId="dc68de1f-84b0-4451-afcc-86d78448e32e" providerId="ADAL" clId="{1DF52832-4B76-6A40-B11F-6684A39B6FDA}" dt="2025-09-16T01:23:47.418" v="4986" actId="21"/>
          <ac:picMkLst>
            <pc:docMk/>
            <pc:sldMk cId="2923749573" sldId="269"/>
            <ac:picMk id="7" creationId="{F850BF70-E0B9-5226-41D7-A4C69FE2872F}"/>
          </ac:picMkLst>
        </pc:picChg>
        <pc:picChg chg="add mod">
          <ac:chgData name="Arthur, Claire" userId="dc68de1f-84b0-4451-afcc-86d78448e32e" providerId="ADAL" clId="{1DF52832-4B76-6A40-B11F-6684A39B6FDA}" dt="2025-09-16T01:27:57.770" v="4994" actId="1076"/>
          <ac:picMkLst>
            <pc:docMk/>
            <pc:sldMk cId="2923749573" sldId="269"/>
            <ac:picMk id="9" creationId="{2DB5DFC2-1860-2082-BE84-2EE13B1204DD}"/>
          </ac:picMkLst>
        </pc:picChg>
      </pc:sldChg>
      <pc:sldChg chg="modSp new mod">
        <pc:chgData name="Arthur, Claire" userId="dc68de1f-84b0-4451-afcc-86d78448e32e" providerId="ADAL" clId="{1DF52832-4B76-6A40-B11F-6684A39B6FDA}" dt="2025-09-16T03:51:47.081" v="6151" actId="20577"/>
        <pc:sldMkLst>
          <pc:docMk/>
          <pc:sldMk cId="1251078703" sldId="270"/>
        </pc:sldMkLst>
        <pc:spChg chg="mod">
          <ac:chgData name="Arthur, Claire" userId="dc68de1f-84b0-4451-afcc-86d78448e32e" providerId="ADAL" clId="{1DF52832-4B76-6A40-B11F-6684A39B6FDA}" dt="2025-09-14T15:13:28.459" v="4137" actId="20577"/>
          <ac:spMkLst>
            <pc:docMk/>
            <pc:sldMk cId="1251078703" sldId="270"/>
            <ac:spMk id="2" creationId="{AD05E0A5-2AC5-6F80-53FE-8B751EF188E6}"/>
          </ac:spMkLst>
        </pc:spChg>
        <pc:spChg chg="mod">
          <ac:chgData name="Arthur, Claire" userId="dc68de1f-84b0-4451-afcc-86d78448e32e" providerId="ADAL" clId="{1DF52832-4B76-6A40-B11F-6684A39B6FDA}" dt="2025-09-16T03:51:47.081" v="6151" actId="20577"/>
          <ac:spMkLst>
            <pc:docMk/>
            <pc:sldMk cId="1251078703" sldId="270"/>
            <ac:spMk id="3" creationId="{2B6FC436-E182-64C7-E9DF-109D08EEBE79}"/>
          </ac:spMkLst>
        </pc:spChg>
      </pc:sldChg>
      <pc:sldChg chg="modSp new mod">
        <pc:chgData name="Arthur, Claire" userId="dc68de1f-84b0-4451-afcc-86d78448e32e" providerId="ADAL" clId="{1DF52832-4B76-6A40-B11F-6684A39B6FDA}" dt="2025-09-16T03:46:44.720" v="6118" actId="207"/>
        <pc:sldMkLst>
          <pc:docMk/>
          <pc:sldMk cId="1578302564" sldId="271"/>
        </pc:sldMkLst>
        <pc:spChg chg="mod">
          <ac:chgData name="Arthur, Claire" userId="dc68de1f-84b0-4451-afcc-86d78448e32e" providerId="ADAL" clId="{1DF52832-4B76-6A40-B11F-6684A39B6FDA}" dt="2025-09-14T15:14:02.954" v="4193" actId="20577"/>
          <ac:spMkLst>
            <pc:docMk/>
            <pc:sldMk cId="1578302564" sldId="271"/>
            <ac:spMk id="2" creationId="{1536AA91-DBD7-EC32-D1C8-5BD18C7E1508}"/>
          </ac:spMkLst>
        </pc:spChg>
        <pc:spChg chg="mod">
          <ac:chgData name="Arthur, Claire" userId="dc68de1f-84b0-4451-afcc-86d78448e32e" providerId="ADAL" clId="{1DF52832-4B76-6A40-B11F-6684A39B6FDA}" dt="2025-09-16T03:46:44.720" v="6118" actId="207"/>
          <ac:spMkLst>
            <pc:docMk/>
            <pc:sldMk cId="1578302564" sldId="271"/>
            <ac:spMk id="3" creationId="{AE63844B-48B9-0171-10E4-8E0B296F03DD}"/>
          </ac:spMkLst>
        </pc:spChg>
      </pc:sldChg>
      <pc:sldChg chg="modSp new mod">
        <pc:chgData name="Arthur, Claire" userId="dc68de1f-84b0-4451-afcc-86d78448e32e" providerId="ADAL" clId="{1DF52832-4B76-6A40-B11F-6684A39B6FDA}" dt="2025-09-16T12:58:19.702" v="6631" actId="20577"/>
        <pc:sldMkLst>
          <pc:docMk/>
          <pc:sldMk cId="1270627925" sldId="272"/>
        </pc:sldMkLst>
        <pc:spChg chg="mod">
          <ac:chgData name="Arthur, Claire" userId="dc68de1f-84b0-4451-afcc-86d78448e32e" providerId="ADAL" clId="{1DF52832-4B76-6A40-B11F-6684A39B6FDA}" dt="2025-09-14T15:17:39.635" v="4466" actId="20577"/>
          <ac:spMkLst>
            <pc:docMk/>
            <pc:sldMk cId="1270627925" sldId="272"/>
            <ac:spMk id="2" creationId="{69BBD36C-2E6D-10F2-8794-305DB3496EC8}"/>
          </ac:spMkLst>
        </pc:spChg>
        <pc:spChg chg="mod">
          <ac:chgData name="Arthur, Claire" userId="dc68de1f-84b0-4451-afcc-86d78448e32e" providerId="ADAL" clId="{1DF52832-4B76-6A40-B11F-6684A39B6FDA}" dt="2025-09-16T12:58:19.702" v="6631" actId="20577"/>
          <ac:spMkLst>
            <pc:docMk/>
            <pc:sldMk cId="1270627925" sldId="272"/>
            <ac:spMk id="3" creationId="{0F7CD729-A6BB-FEC4-BE8F-BBE5187AEFA3}"/>
          </ac:spMkLst>
        </pc:spChg>
      </pc:sldChg>
      <pc:sldChg chg="modSp new mod">
        <pc:chgData name="Arthur, Claire" userId="dc68de1f-84b0-4451-afcc-86d78448e32e" providerId="ADAL" clId="{1DF52832-4B76-6A40-B11F-6684A39B6FDA}" dt="2025-09-16T02:48:28.456" v="5723" actId="20577"/>
        <pc:sldMkLst>
          <pc:docMk/>
          <pc:sldMk cId="3146900505" sldId="273"/>
        </pc:sldMkLst>
        <pc:spChg chg="mod">
          <ac:chgData name="Arthur, Claire" userId="dc68de1f-84b0-4451-afcc-86d78448e32e" providerId="ADAL" clId="{1DF52832-4B76-6A40-B11F-6684A39B6FDA}" dt="2025-09-14T15:49:14.136" v="4479" actId="20577"/>
          <ac:spMkLst>
            <pc:docMk/>
            <pc:sldMk cId="3146900505" sldId="273"/>
            <ac:spMk id="2" creationId="{AE7FD68D-9721-726E-D835-875D3327BDE0}"/>
          </ac:spMkLst>
        </pc:spChg>
        <pc:spChg chg="mod">
          <ac:chgData name="Arthur, Claire" userId="dc68de1f-84b0-4451-afcc-86d78448e32e" providerId="ADAL" clId="{1DF52832-4B76-6A40-B11F-6684A39B6FDA}" dt="2025-09-16T02:48:28.456" v="5723" actId="20577"/>
          <ac:spMkLst>
            <pc:docMk/>
            <pc:sldMk cId="3146900505" sldId="273"/>
            <ac:spMk id="3" creationId="{E7D7C3C5-30E2-71A2-4CA9-84C918B330D1}"/>
          </ac:spMkLst>
        </pc:spChg>
      </pc:sldChg>
      <pc:sldChg chg="addSp delSp modSp add mod">
        <pc:chgData name="Arthur, Claire" userId="dc68de1f-84b0-4451-afcc-86d78448e32e" providerId="ADAL" clId="{1DF52832-4B76-6A40-B11F-6684A39B6FDA}" dt="2025-09-15T13:37:18.191" v="4917" actId="1076"/>
        <pc:sldMkLst>
          <pc:docMk/>
          <pc:sldMk cId="1161059256" sldId="274"/>
        </pc:sldMkLst>
        <pc:spChg chg="del">
          <ac:chgData name="Arthur, Claire" userId="dc68de1f-84b0-4451-afcc-86d78448e32e" providerId="ADAL" clId="{1DF52832-4B76-6A40-B11F-6684A39B6FDA}" dt="2025-09-15T12:32:47.472" v="4739" actId="931"/>
          <ac:spMkLst>
            <pc:docMk/>
            <pc:sldMk cId="1161059256" sldId="274"/>
            <ac:spMk id="3" creationId="{1E1B0B79-EC37-DE30-86CE-18FDE3C847B0}"/>
          </ac:spMkLst>
        </pc:spChg>
        <pc:picChg chg="add mod">
          <ac:chgData name="Arthur, Claire" userId="dc68de1f-84b0-4451-afcc-86d78448e32e" providerId="ADAL" clId="{1DF52832-4B76-6A40-B11F-6684A39B6FDA}" dt="2025-09-15T13:36:29.288" v="4905" actId="1076"/>
          <ac:picMkLst>
            <pc:docMk/>
            <pc:sldMk cId="1161059256" sldId="274"/>
            <ac:picMk id="7" creationId="{65F57AD0-E425-E10B-FF96-C14052A6E4B9}"/>
          </ac:picMkLst>
        </pc:picChg>
        <pc:picChg chg="add mod">
          <ac:chgData name="Arthur, Claire" userId="dc68de1f-84b0-4451-afcc-86d78448e32e" providerId="ADAL" clId="{1DF52832-4B76-6A40-B11F-6684A39B6FDA}" dt="2025-09-15T13:36:42.523" v="4910" actId="1076"/>
          <ac:picMkLst>
            <pc:docMk/>
            <pc:sldMk cId="1161059256" sldId="274"/>
            <ac:picMk id="9" creationId="{6C4A8B9B-776B-A70A-2E2B-F6639A9CF7E4}"/>
          </ac:picMkLst>
        </pc:picChg>
        <pc:picChg chg="add mod">
          <ac:chgData name="Arthur, Claire" userId="dc68de1f-84b0-4451-afcc-86d78448e32e" providerId="ADAL" clId="{1DF52832-4B76-6A40-B11F-6684A39B6FDA}" dt="2025-09-15T13:37:18.191" v="4917" actId="1076"/>
          <ac:picMkLst>
            <pc:docMk/>
            <pc:sldMk cId="1161059256" sldId="274"/>
            <ac:picMk id="11" creationId="{FDFEE7C8-DB40-8B46-B1FD-3A4B8EBF0BA0}"/>
          </ac:picMkLst>
        </pc:picChg>
      </pc:sldChg>
      <pc:sldChg chg="addSp modSp add mod">
        <pc:chgData name="Arthur, Claire" userId="dc68de1f-84b0-4451-afcc-86d78448e32e" providerId="ADAL" clId="{1DF52832-4B76-6A40-B11F-6684A39B6FDA}" dt="2025-09-16T04:13:33.748" v="6399" actId="20577"/>
        <pc:sldMkLst>
          <pc:docMk/>
          <pc:sldMk cId="3207893868" sldId="275"/>
        </pc:sldMkLst>
        <pc:spChg chg="add mod">
          <ac:chgData name="Arthur, Claire" userId="dc68de1f-84b0-4451-afcc-86d78448e32e" providerId="ADAL" clId="{1DF52832-4B76-6A40-B11F-6684A39B6FDA}" dt="2025-09-16T04:13:33.748" v="6399" actId="20577"/>
          <ac:spMkLst>
            <pc:docMk/>
            <pc:sldMk cId="3207893868" sldId="275"/>
            <ac:spMk id="6" creationId="{E70585C7-0DD4-AB11-A22D-9B0B9F4B660E}"/>
          </ac:spMkLst>
        </pc:spChg>
        <pc:picChg chg="add mod">
          <ac:chgData name="Arthur, Claire" userId="dc68de1f-84b0-4451-afcc-86d78448e32e" providerId="ADAL" clId="{1DF52832-4B76-6A40-B11F-6684A39B6FDA}" dt="2025-09-16T03:49:52" v="6119" actId="14100"/>
          <ac:picMkLst>
            <pc:docMk/>
            <pc:sldMk cId="3207893868" sldId="275"/>
            <ac:picMk id="3" creationId="{D38C1F4B-880D-7331-BAC2-144552F73985}"/>
          </ac:picMkLst>
        </pc:picChg>
      </pc:sldChg>
      <pc:sldChg chg="modSp new mod">
        <pc:chgData name="Arthur, Claire" userId="dc68de1f-84b0-4451-afcc-86d78448e32e" providerId="ADAL" clId="{1DF52832-4B76-6A40-B11F-6684A39B6FDA}" dt="2025-09-16T13:09:00.005" v="6820" actId="403"/>
        <pc:sldMkLst>
          <pc:docMk/>
          <pc:sldMk cId="3900280078" sldId="276"/>
        </pc:sldMkLst>
        <pc:spChg chg="mod">
          <ac:chgData name="Arthur, Claire" userId="dc68de1f-84b0-4451-afcc-86d78448e32e" providerId="ADAL" clId="{1DF52832-4B76-6A40-B11F-6684A39B6FDA}" dt="2025-09-16T13:05:46.142" v="6644" actId="20577"/>
          <ac:spMkLst>
            <pc:docMk/>
            <pc:sldMk cId="3900280078" sldId="276"/>
            <ac:spMk id="2" creationId="{249F6AE9-6D66-A033-BA61-C96BA53BBB23}"/>
          </ac:spMkLst>
        </pc:spChg>
        <pc:spChg chg="mod">
          <ac:chgData name="Arthur, Claire" userId="dc68de1f-84b0-4451-afcc-86d78448e32e" providerId="ADAL" clId="{1DF52832-4B76-6A40-B11F-6684A39B6FDA}" dt="2025-09-16T13:09:00.005" v="6820" actId="403"/>
          <ac:spMkLst>
            <pc:docMk/>
            <pc:sldMk cId="3900280078" sldId="276"/>
            <ac:spMk id="3" creationId="{23151F8F-DD50-0B13-C5D1-C3869D02B86E}"/>
          </ac:spMkLst>
        </pc:spChg>
      </pc:sldChg>
      <pc:sldChg chg="add">
        <pc:chgData name="Arthur, Claire" userId="dc68de1f-84b0-4451-afcc-86d78448e32e" providerId="ADAL" clId="{1DF52832-4B76-6A40-B11F-6684A39B6FDA}" dt="2025-09-16T13:09:36.962" v="6821"/>
        <pc:sldMkLst>
          <pc:docMk/>
          <pc:sldMk cId="3933638124" sldId="27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DAD485-228C-F145-9908-ED53418C68D5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3D3A9292-C9C9-9F4A-BCE8-B111FDD49903}">
      <dgm:prSet phldrT="[Text]"/>
      <dgm:spPr/>
      <dgm:t>
        <a:bodyPr/>
        <a:lstStyle/>
        <a:p>
          <a:r>
            <a:rPr lang="en-US" dirty="0"/>
            <a:t>waveform</a:t>
          </a:r>
        </a:p>
      </dgm:t>
    </dgm:pt>
    <dgm:pt modelId="{F70CFD6D-8BAC-AA4D-9824-87C1173CF84C}" type="parTrans" cxnId="{E9311387-3CB9-8B4C-9B74-50B0667750BE}">
      <dgm:prSet/>
      <dgm:spPr/>
      <dgm:t>
        <a:bodyPr/>
        <a:lstStyle/>
        <a:p>
          <a:endParaRPr lang="en-US"/>
        </a:p>
      </dgm:t>
    </dgm:pt>
    <dgm:pt modelId="{F704E8CE-05A8-DE43-98A5-2059F8EECD7C}" type="sibTrans" cxnId="{E9311387-3CB9-8B4C-9B74-50B0667750BE}">
      <dgm:prSet/>
      <dgm:spPr/>
      <dgm:t>
        <a:bodyPr/>
        <a:lstStyle/>
        <a:p>
          <a:endParaRPr lang="en-US"/>
        </a:p>
      </dgm:t>
    </dgm:pt>
    <dgm:pt modelId="{E463DD03-4474-B244-97F0-93D569850DA2}">
      <dgm:prSet phldrT="[Text]"/>
      <dgm:spPr/>
      <dgm:t>
        <a:bodyPr/>
        <a:lstStyle/>
        <a:p>
          <a:r>
            <a:rPr lang="en-US" dirty="0"/>
            <a:t>spectrum</a:t>
          </a:r>
        </a:p>
      </dgm:t>
    </dgm:pt>
    <dgm:pt modelId="{16A293F7-C9C7-0440-8109-6C79387E4669}" type="parTrans" cxnId="{CBBAF628-4D69-7745-A223-4CB0464D6F2A}">
      <dgm:prSet/>
      <dgm:spPr/>
      <dgm:t>
        <a:bodyPr/>
        <a:lstStyle/>
        <a:p>
          <a:endParaRPr lang="en-US"/>
        </a:p>
      </dgm:t>
    </dgm:pt>
    <dgm:pt modelId="{930A3BF0-1D0F-AC48-94CC-4F70CE9428BD}" type="sibTrans" cxnId="{CBBAF628-4D69-7745-A223-4CB0464D6F2A}">
      <dgm:prSet/>
      <dgm:spPr/>
      <dgm:t>
        <a:bodyPr/>
        <a:lstStyle/>
        <a:p>
          <a:endParaRPr lang="en-US"/>
        </a:p>
      </dgm:t>
    </dgm:pt>
    <dgm:pt modelId="{64D60808-D64C-DB4D-9A68-74DDE26CA7BA}">
      <dgm:prSet phldrT="[Text]"/>
      <dgm:spPr/>
      <dgm:t>
        <a:bodyPr/>
        <a:lstStyle/>
        <a:p>
          <a:r>
            <a:rPr lang="en-US" dirty="0"/>
            <a:t>power spectrum</a:t>
          </a:r>
        </a:p>
      </dgm:t>
    </dgm:pt>
    <dgm:pt modelId="{E7A0F91C-07B9-2244-939C-55AD8BD22B29}" type="parTrans" cxnId="{018CF59A-E493-B94B-9E7B-FA2A283FDCE7}">
      <dgm:prSet/>
      <dgm:spPr/>
      <dgm:t>
        <a:bodyPr/>
        <a:lstStyle/>
        <a:p>
          <a:endParaRPr lang="en-US"/>
        </a:p>
      </dgm:t>
    </dgm:pt>
    <dgm:pt modelId="{061E693F-8883-0A42-9114-2D459E9E12EE}" type="sibTrans" cxnId="{018CF59A-E493-B94B-9E7B-FA2A283FDCE7}">
      <dgm:prSet/>
      <dgm:spPr/>
      <dgm:t>
        <a:bodyPr/>
        <a:lstStyle/>
        <a:p>
          <a:endParaRPr lang="en-US"/>
        </a:p>
      </dgm:t>
    </dgm:pt>
    <dgm:pt modelId="{FD90EC4E-FC7B-5842-A43F-8AD9B1452EE7}">
      <dgm:prSet phldrT="[Text]"/>
      <dgm:spPr/>
      <dgm:t>
        <a:bodyPr/>
        <a:lstStyle/>
        <a:p>
          <a:r>
            <a:rPr lang="en-US" dirty="0"/>
            <a:t>Map spectrum into mel-spaced bands </a:t>
          </a:r>
        </a:p>
      </dgm:t>
    </dgm:pt>
    <dgm:pt modelId="{1950457D-DC9B-1340-8F44-66F809385F4C}" type="parTrans" cxnId="{A6CCDAD0-AEC3-7C4D-8193-D226257E0FE1}">
      <dgm:prSet/>
      <dgm:spPr/>
      <dgm:t>
        <a:bodyPr/>
        <a:lstStyle/>
        <a:p>
          <a:endParaRPr lang="en-US"/>
        </a:p>
      </dgm:t>
    </dgm:pt>
    <dgm:pt modelId="{8E696F32-B35E-D343-80FC-2C2EBE40C89B}" type="sibTrans" cxnId="{A6CCDAD0-AEC3-7C4D-8193-D226257E0FE1}">
      <dgm:prSet/>
      <dgm:spPr/>
      <dgm:t>
        <a:bodyPr/>
        <a:lstStyle/>
        <a:p>
          <a:endParaRPr lang="en-US"/>
        </a:p>
      </dgm:t>
    </dgm:pt>
    <dgm:pt modelId="{E716945A-2677-B445-904E-3625D1AB5E2F}">
      <dgm:prSet phldrT="[Text]"/>
      <dgm:spPr/>
      <dgm:t>
        <a:bodyPr/>
        <a:lstStyle/>
        <a:p>
          <a:r>
            <a:rPr lang="en-US" dirty="0"/>
            <a:t>Sum log energies inside each filter</a:t>
          </a:r>
        </a:p>
      </dgm:t>
    </dgm:pt>
    <dgm:pt modelId="{AAB75F39-E334-6344-8A9E-EFEA27698932}" type="parTrans" cxnId="{32026B7F-0080-2A45-B09A-CBCEE9042218}">
      <dgm:prSet/>
      <dgm:spPr/>
      <dgm:t>
        <a:bodyPr/>
        <a:lstStyle/>
        <a:p>
          <a:endParaRPr lang="en-US"/>
        </a:p>
      </dgm:t>
    </dgm:pt>
    <dgm:pt modelId="{130ABDF3-D19A-EE4F-8BA3-444DCCE85F8A}" type="sibTrans" cxnId="{32026B7F-0080-2A45-B09A-CBCEE9042218}">
      <dgm:prSet/>
      <dgm:spPr/>
      <dgm:t>
        <a:bodyPr/>
        <a:lstStyle/>
        <a:p>
          <a:endParaRPr lang="en-US"/>
        </a:p>
      </dgm:t>
    </dgm:pt>
    <dgm:pt modelId="{35F507B6-4DC0-8C49-ABD6-F6F902D2AF53}">
      <dgm:prSet phldrT="[Text]"/>
      <dgm:spPr/>
      <dgm:t>
        <a:bodyPr/>
        <a:lstStyle/>
        <a:p>
          <a:r>
            <a:rPr lang="en-US" dirty="0"/>
            <a:t>DCT (akin to </a:t>
          </a:r>
          <a:r>
            <a:rPr lang="en-US" dirty="0" err="1"/>
            <a:t>iFFT</a:t>
          </a:r>
          <a:r>
            <a:rPr lang="en-US" dirty="0"/>
            <a:t>)</a:t>
          </a:r>
        </a:p>
      </dgm:t>
    </dgm:pt>
    <dgm:pt modelId="{6F180D6E-16D3-2A45-8083-4057FE3FF820}" type="parTrans" cxnId="{8BD13240-07B4-9D4A-A399-0BF62251AD3B}">
      <dgm:prSet/>
      <dgm:spPr/>
      <dgm:t>
        <a:bodyPr/>
        <a:lstStyle/>
        <a:p>
          <a:endParaRPr lang="en-US"/>
        </a:p>
      </dgm:t>
    </dgm:pt>
    <dgm:pt modelId="{003A4E2C-0125-7D49-936D-45E78652CD30}" type="sibTrans" cxnId="{8BD13240-07B4-9D4A-A399-0BF62251AD3B}">
      <dgm:prSet/>
      <dgm:spPr/>
      <dgm:t>
        <a:bodyPr/>
        <a:lstStyle/>
        <a:p>
          <a:endParaRPr lang="en-US"/>
        </a:p>
      </dgm:t>
    </dgm:pt>
    <dgm:pt modelId="{932B9F72-97D8-BD49-9CD8-F1B2C162B186}" type="pres">
      <dgm:prSet presAssocID="{C0DAD485-228C-F145-9908-ED53418C68D5}" presName="linearFlow" presStyleCnt="0">
        <dgm:presLayoutVars>
          <dgm:resizeHandles val="exact"/>
        </dgm:presLayoutVars>
      </dgm:prSet>
      <dgm:spPr/>
    </dgm:pt>
    <dgm:pt modelId="{11F250B5-3A96-4A4D-A7B2-776DE95F7A8E}" type="pres">
      <dgm:prSet presAssocID="{3D3A9292-C9C9-9F4A-BCE8-B111FDD49903}" presName="node" presStyleLbl="node1" presStyleIdx="0" presStyleCnt="6" custScaleX="163699">
        <dgm:presLayoutVars>
          <dgm:bulletEnabled val="1"/>
        </dgm:presLayoutVars>
      </dgm:prSet>
      <dgm:spPr/>
    </dgm:pt>
    <dgm:pt modelId="{1BD60115-9F26-504C-8416-31D50758228B}" type="pres">
      <dgm:prSet presAssocID="{F704E8CE-05A8-DE43-98A5-2059F8EECD7C}" presName="sibTrans" presStyleLbl="sibTrans2D1" presStyleIdx="0" presStyleCnt="5"/>
      <dgm:spPr/>
    </dgm:pt>
    <dgm:pt modelId="{C761D4E4-2B36-204F-8D95-9ABF57B8E72F}" type="pres">
      <dgm:prSet presAssocID="{F704E8CE-05A8-DE43-98A5-2059F8EECD7C}" presName="connectorText" presStyleLbl="sibTrans2D1" presStyleIdx="0" presStyleCnt="5"/>
      <dgm:spPr/>
    </dgm:pt>
    <dgm:pt modelId="{D6AA0F73-92E9-B045-8E3E-C043EF4345C2}" type="pres">
      <dgm:prSet presAssocID="{E463DD03-4474-B244-97F0-93D569850DA2}" presName="node" presStyleLbl="node1" presStyleIdx="1" presStyleCnt="6" custScaleX="167477">
        <dgm:presLayoutVars>
          <dgm:bulletEnabled val="1"/>
        </dgm:presLayoutVars>
      </dgm:prSet>
      <dgm:spPr/>
    </dgm:pt>
    <dgm:pt modelId="{5DDADA07-4D64-A240-B02B-089CDA2349A7}" type="pres">
      <dgm:prSet presAssocID="{930A3BF0-1D0F-AC48-94CC-4F70CE9428BD}" presName="sibTrans" presStyleLbl="sibTrans2D1" presStyleIdx="1" presStyleCnt="5"/>
      <dgm:spPr/>
    </dgm:pt>
    <dgm:pt modelId="{22DCCE3E-1F8A-E14B-8DBD-8233A26CF6E5}" type="pres">
      <dgm:prSet presAssocID="{930A3BF0-1D0F-AC48-94CC-4F70CE9428BD}" presName="connectorText" presStyleLbl="sibTrans2D1" presStyleIdx="1" presStyleCnt="5"/>
      <dgm:spPr/>
    </dgm:pt>
    <dgm:pt modelId="{A9B20A92-C2D6-6C4E-AF96-6731C6A3A757}" type="pres">
      <dgm:prSet presAssocID="{64D60808-D64C-DB4D-9A68-74DDE26CA7BA}" presName="node" presStyleLbl="node1" presStyleIdx="2" presStyleCnt="6" custScaleX="168736">
        <dgm:presLayoutVars>
          <dgm:bulletEnabled val="1"/>
        </dgm:presLayoutVars>
      </dgm:prSet>
      <dgm:spPr/>
    </dgm:pt>
    <dgm:pt modelId="{60D6B859-896D-6A49-9C4E-1FEEBEFC1B75}" type="pres">
      <dgm:prSet presAssocID="{061E693F-8883-0A42-9114-2D459E9E12EE}" presName="sibTrans" presStyleLbl="sibTrans2D1" presStyleIdx="2" presStyleCnt="5"/>
      <dgm:spPr/>
    </dgm:pt>
    <dgm:pt modelId="{A5EA192C-AE1B-D946-BE3F-3574D30C20C5}" type="pres">
      <dgm:prSet presAssocID="{061E693F-8883-0A42-9114-2D459E9E12EE}" presName="connectorText" presStyleLbl="sibTrans2D1" presStyleIdx="2" presStyleCnt="5"/>
      <dgm:spPr/>
    </dgm:pt>
    <dgm:pt modelId="{E0253F65-86CF-6144-B2FC-1A3B7A76A549}" type="pres">
      <dgm:prSet presAssocID="{FD90EC4E-FC7B-5842-A43F-8AD9B1452EE7}" presName="node" presStyleLbl="node1" presStyleIdx="3" presStyleCnt="6" custScaleX="168736">
        <dgm:presLayoutVars>
          <dgm:bulletEnabled val="1"/>
        </dgm:presLayoutVars>
      </dgm:prSet>
      <dgm:spPr/>
    </dgm:pt>
    <dgm:pt modelId="{B448EC83-ABCB-5C40-A331-53D5FFFD6454}" type="pres">
      <dgm:prSet presAssocID="{8E696F32-B35E-D343-80FC-2C2EBE40C89B}" presName="sibTrans" presStyleLbl="sibTrans2D1" presStyleIdx="3" presStyleCnt="5"/>
      <dgm:spPr/>
    </dgm:pt>
    <dgm:pt modelId="{19931E3E-C915-E64A-B57C-614052196755}" type="pres">
      <dgm:prSet presAssocID="{8E696F32-B35E-D343-80FC-2C2EBE40C89B}" presName="connectorText" presStyleLbl="sibTrans2D1" presStyleIdx="3" presStyleCnt="5"/>
      <dgm:spPr/>
    </dgm:pt>
    <dgm:pt modelId="{EB58EFD6-7D5F-7346-880D-B24ADAC4AD5A}" type="pres">
      <dgm:prSet presAssocID="{E716945A-2677-B445-904E-3625D1AB5E2F}" presName="node" presStyleLbl="node1" presStyleIdx="4" presStyleCnt="6" custScaleX="172514">
        <dgm:presLayoutVars>
          <dgm:bulletEnabled val="1"/>
        </dgm:presLayoutVars>
      </dgm:prSet>
      <dgm:spPr/>
    </dgm:pt>
    <dgm:pt modelId="{0C172341-4EAD-794C-AC36-75CF5EE45CF9}" type="pres">
      <dgm:prSet presAssocID="{130ABDF3-D19A-EE4F-8BA3-444DCCE85F8A}" presName="sibTrans" presStyleLbl="sibTrans2D1" presStyleIdx="4" presStyleCnt="5"/>
      <dgm:spPr/>
    </dgm:pt>
    <dgm:pt modelId="{3F82358F-CC48-4042-903D-6FBCE3F89680}" type="pres">
      <dgm:prSet presAssocID="{130ABDF3-D19A-EE4F-8BA3-444DCCE85F8A}" presName="connectorText" presStyleLbl="sibTrans2D1" presStyleIdx="4" presStyleCnt="5"/>
      <dgm:spPr/>
    </dgm:pt>
    <dgm:pt modelId="{2599FF1F-7155-9D41-9B5A-B137640AA23A}" type="pres">
      <dgm:prSet presAssocID="{35F507B6-4DC0-8C49-ABD6-F6F902D2AF53}" presName="node" presStyleLbl="node1" presStyleIdx="5" presStyleCnt="6" custScaleX="172514">
        <dgm:presLayoutVars>
          <dgm:bulletEnabled val="1"/>
        </dgm:presLayoutVars>
      </dgm:prSet>
      <dgm:spPr/>
    </dgm:pt>
  </dgm:ptLst>
  <dgm:cxnLst>
    <dgm:cxn modelId="{9FE17F0F-563E-8C46-B67E-11DCA0CCFCC1}" type="presOf" srcId="{130ABDF3-D19A-EE4F-8BA3-444DCCE85F8A}" destId="{0C172341-4EAD-794C-AC36-75CF5EE45CF9}" srcOrd="0" destOrd="0" presId="urn:microsoft.com/office/officeart/2005/8/layout/process2"/>
    <dgm:cxn modelId="{CF537C18-41B4-B749-9CD8-84C24D6D1D07}" type="presOf" srcId="{3D3A9292-C9C9-9F4A-BCE8-B111FDD49903}" destId="{11F250B5-3A96-4A4D-A7B2-776DE95F7A8E}" srcOrd="0" destOrd="0" presId="urn:microsoft.com/office/officeart/2005/8/layout/process2"/>
    <dgm:cxn modelId="{405DA727-54A3-ED49-9356-058979978F49}" type="presOf" srcId="{130ABDF3-D19A-EE4F-8BA3-444DCCE85F8A}" destId="{3F82358F-CC48-4042-903D-6FBCE3F89680}" srcOrd="1" destOrd="0" presId="urn:microsoft.com/office/officeart/2005/8/layout/process2"/>
    <dgm:cxn modelId="{CBBAF628-4D69-7745-A223-4CB0464D6F2A}" srcId="{C0DAD485-228C-F145-9908-ED53418C68D5}" destId="{E463DD03-4474-B244-97F0-93D569850DA2}" srcOrd="1" destOrd="0" parTransId="{16A293F7-C9C7-0440-8109-6C79387E4669}" sibTransId="{930A3BF0-1D0F-AC48-94CC-4F70CE9428BD}"/>
    <dgm:cxn modelId="{49C96235-DBF9-864A-B1B2-B6962EE65B9E}" type="presOf" srcId="{930A3BF0-1D0F-AC48-94CC-4F70CE9428BD}" destId="{5DDADA07-4D64-A240-B02B-089CDA2349A7}" srcOrd="0" destOrd="0" presId="urn:microsoft.com/office/officeart/2005/8/layout/process2"/>
    <dgm:cxn modelId="{3E34F737-5105-2045-B04A-4CD7C827B5E7}" type="presOf" srcId="{C0DAD485-228C-F145-9908-ED53418C68D5}" destId="{932B9F72-97D8-BD49-9CD8-F1B2C162B186}" srcOrd="0" destOrd="0" presId="urn:microsoft.com/office/officeart/2005/8/layout/process2"/>
    <dgm:cxn modelId="{8BD13240-07B4-9D4A-A399-0BF62251AD3B}" srcId="{C0DAD485-228C-F145-9908-ED53418C68D5}" destId="{35F507B6-4DC0-8C49-ABD6-F6F902D2AF53}" srcOrd="5" destOrd="0" parTransId="{6F180D6E-16D3-2A45-8083-4057FE3FF820}" sibTransId="{003A4E2C-0125-7D49-936D-45E78652CD30}"/>
    <dgm:cxn modelId="{C60EE85E-4DB6-054C-B90E-9CC107D0CD39}" type="presOf" srcId="{8E696F32-B35E-D343-80FC-2C2EBE40C89B}" destId="{19931E3E-C915-E64A-B57C-614052196755}" srcOrd="1" destOrd="0" presId="urn:microsoft.com/office/officeart/2005/8/layout/process2"/>
    <dgm:cxn modelId="{169C446E-5DF7-F94A-BE52-40E8EAC2F10C}" type="presOf" srcId="{061E693F-8883-0A42-9114-2D459E9E12EE}" destId="{60D6B859-896D-6A49-9C4E-1FEEBEFC1B75}" srcOrd="0" destOrd="0" presId="urn:microsoft.com/office/officeart/2005/8/layout/process2"/>
    <dgm:cxn modelId="{32026B7F-0080-2A45-B09A-CBCEE9042218}" srcId="{C0DAD485-228C-F145-9908-ED53418C68D5}" destId="{E716945A-2677-B445-904E-3625D1AB5E2F}" srcOrd="4" destOrd="0" parTransId="{AAB75F39-E334-6344-8A9E-EFEA27698932}" sibTransId="{130ABDF3-D19A-EE4F-8BA3-444DCCE85F8A}"/>
    <dgm:cxn modelId="{2C0C1886-B9C3-B542-B459-1BC089A594A0}" type="presOf" srcId="{E463DD03-4474-B244-97F0-93D569850DA2}" destId="{D6AA0F73-92E9-B045-8E3E-C043EF4345C2}" srcOrd="0" destOrd="0" presId="urn:microsoft.com/office/officeart/2005/8/layout/process2"/>
    <dgm:cxn modelId="{E9311387-3CB9-8B4C-9B74-50B0667750BE}" srcId="{C0DAD485-228C-F145-9908-ED53418C68D5}" destId="{3D3A9292-C9C9-9F4A-BCE8-B111FDD49903}" srcOrd="0" destOrd="0" parTransId="{F70CFD6D-8BAC-AA4D-9824-87C1173CF84C}" sibTransId="{F704E8CE-05A8-DE43-98A5-2059F8EECD7C}"/>
    <dgm:cxn modelId="{FE454D95-664E-A941-B943-5F15FF9DDF13}" type="presOf" srcId="{8E696F32-B35E-D343-80FC-2C2EBE40C89B}" destId="{B448EC83-ABCB-5C40-A331-53D5FFFD6454}" srcOrd="0" destOrd="0" presId="urn:microsoft.com/office/officeart/2005/8/layout/process2"/>
    <dgm:cxn modelId="{8D717099-2EE8-9C40-9A0C-805E776A5E22}" type="presOf" srcId="{E716945A-2677-B445-904E-3625D1AB5E2F}" destId="{EB58EFD6-7D5F-7346-880D-B24ADAC4AD5A}" srcOrd="0" destOrd="0" presId="urn:microsoft.com/office/officeart/2005/8/layout/process2"/>
    <dgm:cxn modelId="{018CF59A-E493-B94B-9E7B-FA2A283FDCE7}" srcId="{C0DAD485-228C-F145-9908-ED53418C68D5}" destId="{64D60808-D64C-DB4D-9A68-74DDE26CA7BA}" srcOrd="2" destOrd="0" parTransId="{E7A0F91C-07B9-2244-939C-55AD8BD22B29}" sibTransId="{061E693F-8883-0A42-9114-2D459E9E12EE}"/>
    <dgm:cxn modelId="{264878B6-28D1-5B43-A7CD-81F8F6F5B084}" type="presOf" srcId="{930A3BF0-1D0F-AC48-94CC-4F70CE9428BD}" destId="{22DCCE3E-1F8A-E14B-8DBD-8233A26CF6E5}" srcOrd="1" destOrd="0" presId="urn:microsoft.com/office/officeart/2005/8/layout/process2"/>
    <dgm:cxn modelId="{A6CCDAD0-AEC3-7C4D-8193-D226257E0FE1}" srcId="{C0DAD485-228C-F145-9908-ED53418C68D5}" destId="{FD90EC4E-FC7B-5842-A43F-8AD9B1452EE7}" srcOrd="3" destOrd="0" parTransId="{1950457D-DC9B-1340-8F44-66F809385F4C}" sibTransId="{8E696F32-B35E-D343-80FC-2C2EBE40C89B}"/>
    <dgm:cxn modelId="{D7C90BDA-4190-6B4C-9049-989F352EDBF6}" type="presOf" srcId="{F704E8CE-05A8-DE43-98A5-2059F8EECD7C}" destId="{C761D4E4-2B36-204F-8D95-9ABF57B8E72F}" srcOrd="1" destOrd="0" presId="urn:microsoft.com/office/officeart/2005/8/layout/process2"/>
    <dgm:cxn modelId="{180873E1-CC02-7A41-A519-1EC577818BFE}" type="presOf" srcId="{64D60808-D64C-DB4D-9A68-74DDE26CA7BA}" destId="{A9B20A92-C2D6-6C4E-AF96-6731C6A3A757}" srcOrd="0" destOrd="0" presId="urn:microsoft.com/office/officeart/2005/8/layout/process2"/>
    <dgm:cxn modelId="{CB7767E4-4C0D-9B4D-8B71-2B6C98E0C819}" type="presOf" srcId="{F704E8CE-05A8-DE43-98A5-2059F8EECD7C}" destId="{1BD60115-9F26-504C-8416-31D50758228B}" srcOrd="0" destOrd="0" presId="urn:microsoft.com/office/officeart/2005/8/layout/process2"/>
    <dgm:cxn modelId="{9E2A6FEA-ACC9-5142-B755-FA3B14CC5DCA}" type="presOf" srcId="{35F507B6-4DC0-8C49-ABD6-F6F902D2AF53}" destId="{2599FF1F-7155-9D41-9B5A-B137640AA23A}" srcOrd="0" destOrd="0" presId="urn:microsoft.com/office/officeart/2005/8/layout/process2"/>
    <dgm:cxn modelId="{2437ECF8-C827-E345-A27E-7EB4C4BFCD9A}" type="presOf" srcId="{061E693F-8883-0A42-9114-2D459E9E12EE}" destId="{A5EA192C-AE1B-D946-BE3F-3574D30C20C5}" srcOrd="1" destOrd="0" presId="urn:microsoft.com/office/officeart/2005/8/layout/process2"/>
    <dgm:cxn modelId="{0F84BFFD-CB88-FA4A-9B19-33F0A4F5753F}" type="presOf" srcId="{FD90EC4E-FC7B-5842-A43F-8AD9B1452EE7}" destId="{E0253F65-86CF-6144-B2FC-1A3B7A76A549}" srcOrd="0" destOrd="0" presId="urn:microsoft.com/office/officeart/2005/8/layout/process2"/>
    <dgm:cxn modelId="{94725384-2D2C-BD49-A4D0-58673606CCA4}" type="presParOf" srcId="{932B9F72-97D8-BD49-9CD8-F1B2C162B186}" destId="{11F250B5-3A96-4A4D-A7B2-776DE95F7A8E}" srcOrd="0" destOrd="0" presId="urn:microsoft.com/office/officeart/2005/8/layout/process2"/>
    <dgm:cxn modelId="{FE6ACDE0-BF9D-5D46-83B1-E26B92D28C2F}" type="presParOf" srcId="{932B9F72-97D8-BD49-9CD8-F1B2C162B186}" destId="{1BD60115-9F26-504C-8416-31D50758228B}" srcOrd="1" destOrd="0" presId="urn:microsoft.com/office/officeart/2005/8/layout/process2"/>
    <dgm:cxn modelId="{1ABC84C0-CD8C-2D44-8A35-B04DE3D18410}" type="presParOf" srcId="{1BD60115-9F26-504C-8416-31D50758228B}" destId="{C761D4E4-2B36-204F-8D95-9ABF57B8E72F}" srcOrd="0" destOrd="0" presId="urn:microsoft.com/office/officeart/2005/8/layout/process2"/>
    <dgm:cxn modelId="{33C3FE60-B1D5-844A-B17D-11109DDAEA95}" type="presParOf" srcId="{932B9F72-97D8-BD49-9CD8-F1B2C162B186}" destId="{D6AA0F73-92E9-B045-8E3E-C043EF4345C2}" srcOrd="2" destOrd="0" presId="urn:microsoft.com/office/officeart/2005/8/layout/process2"/>
    <dgm:cxn modelId="{B422D88B-F9FA-6B44-98FE-F16AC2806A20}" type="presParOf" srcId="{932B9F72-97D8-BD49-9CD8-F1B2C162B186}" destId="{5DDADA07-4D64-A240-B02B-089CDA2349A7}" srcOrd="3" destOrd="0" presId="urn:microsoft.com/office/officeart/2005/8/layout/process2"/>
    <dgm:cxn modelId="{149EEFB7-1087-EB4E-9378-38B3A299C8A5}" type="presParOf" srcId="{5DDADA07-4D64-A240-B02B-089CDA2349A7}" destId="{22DCCE3E-1F8A-E14B-8DBD-8233A26CF6E5}" srcOrd="0" destOrd="0" presId="urn:microsoft.com/office/officeart/2005/8/layout/process2"/>
    <dgm:cxn modelId="{CC1C882D-6030-E142-BEDA-51D0570DC3AB}" type="presParOf" srcId="{932B9F72-97D8-BD49-9CD8-F1B2C162B186}" destId="{A9B20A92-C2D6-6C4E-AF96-6731C6A3A757}" srcOrd="4" destOrd="0" presId="urn:microsoft.com/office/officeart/2005/8/layout/process2"/>
    <dgm:cxn modelId="{57B43AB9-317D-654A-9D44-CDD4A2A8074F}" type="presParOf" srcId="{932B9F72-97D8-BD49-9CD8-F1B2C162B186}" destId="{60D6B859-896D-6A49-9C4E-1FEEBEFC1B75}" srcOrd="5" destOrd="0" presId="urn:microsoft.com/office/officeart/2005/8/layout/process2"/>
    <dgm:cxn modelId="{04ABA947-3447-DA4F-9EB5-CBF9A65C198B}" type="presParOf" srcId="{60D6B859-896D-6A49-9C4E-1FEEBEFC1B75}" destId="{A5EA192C-AE1B-D946-BE3F-3574D30C20C5}" srcOrd="0" destOrd="0" presId="urn:microsoft.com/office/officeart/2005/8/layout/process2"/>
    <dgm:cxn modelId="{3921FAAD-61F7-5B4E-A3C5-5C00E09E632B}" type="presParOf" srcId="{932B9F72-97D8-BD49-9CD8-F1B2C162B186}" destId="{E0253F65-86CF-6144-B2FC-1A3B7A76A549}" srcOrd="6" destOrd="0" presId="urn:microsoft.com/office/officeart/2005/8/layout/process2"/>
    <dgm:cxn modelId="{88BE7784-EF69-AC4C-B083-F92BF7F9EF83}" type="presParOf" srcId="{932B9F72-97D8-BD49-9CD8-F1B2C162B186}" destId="{B448EC83-ABCB-5C40-A331-53D5FFFD6454}" srcOrd="7" destOrd="0" presId="urn:microsoft.com/office/officeart/2005/8/layout/process2"/>
    <dgm:cxn modelId="{A49DC373-21B3-B84A-B8C2-C47294FB09F0}" type="presParOf" srcId="{B448EC83-ABCB-5C40-A331-53D5FFFD6454}" destId="{19931E3E-C915-E64A-B57C-614052196755}" srcOrd="0" destOrd="0" presId="urn:microsoft.com/office/officeart/2005/8/layout/process2"/>
    <dgm:cxn modelId="{692D1342-D942-A44D-A785-B73A60D57015}" type="presParOf" srcId="{932B9F72-97D8-BD49-9CD8-F1B2C162B186}" destId="{EB58EFD6-7D5F-7346-880D-B24ADAC4AD5A}" srcOrd="8" destOrd="0" presId="urn:microsoft.com/office/officeart/2005/8/layout/process2"/>
    <dgm:cxn modelId="{8568D533-E43B-F64C-9A6B-529BB9C321F8}" type="presParOf" srcId="{932B9F72-97D8-BD49-9CD8-F1B2C162B186}" destId="{0C172341-4EAD-794C-AC36-75CF5EE45CF9}" srcOrd="9" destOrd="0" presId="urn:microsoft.com/office/officeart/2005/8/layout/process2"/>
    <dgm:cxn modelId="{CDC6A396-50C2-C648-B155-C03AB7006987}" type="presParOf" srcId="{0C172341-4EAD-794C-AC36-75CF5EE45CF9}" destId="{3F82358F-CC48-4042-903D-6FBCE3F89680}" srcOrd="0" destOrd="0" presId="urn:microsoft.com/office/officeart/2005/8/layout/process2"/>
    <dgm:cxn modelId="{99DD0068-DDA7-8C42-9768-8074CA3AB050}" type="presParOf" srcId="{932B9F72-97D8-BD49-9CD8-F1B2C162B186}" destId="{2599FF1F-7155-9D41-9B5A-B137640AA23A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DAD485-228C-F145-9908-ED53418C68D5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3D3A9292-C9C9-9F4A-BCE8-B111FDD49903}">
      <dgm:prSet phldrT="[Text]"/>
      <dgm:spPr/>
      <dgm:t>
        <a:bodyPr/>
        <a:lstStyle/>
        <a:p>
          <a:r>
            <a:rPr lang="en-US" dirty="0"/>
            <a:t>waveform</a:t>
          </a:r>
        </a:p>
      </dgm:t>
    </dgm:pt>
    <dgm:pt modelId="{F70CFD6D-8BAC-AA4D-9824-87C1173CF84C}" type="parTrans" cxnId="{E9311387-3CB9-8B4C-9B74-50B0667750BE}">
      <dgm:prSet/>
      <dgm:spPr/>
      <dgm:t>
        <a:bodyPr/>
        <a:lstStyle/>
        <a:p>
          <a:endParaRPr lang="en-US"/>
        </a:p>
      </dgm:t>
    </dgm:pt>
    <dgm:pt modelId="{F704E8CE-05A8-DE43-98A5-2059F8EECD7C}" type="sibTrans" cxnId="{E9311387-3CB9-8B4C-9B74-50B0667750BE}">
      <dgm:prSet/>
      <dgm:spPr/>
      <dgm:t>
        <a:bodyPr/>
        <a:lstStyle/>
        <a:p>
          <a:endParaRPr lang="en-US"/>
        </a:p>
      </dgm:t>
    </dgm:pt>
    <dgm:pt modelId="{E463DD03-4474-B244-97F0-93D569850DA2}">
      <dgm:prSet phldrT="[Text]"/>
      <dgm:spPr/>
      <dgm:t>
        <a:bodyPr/>
        <a:lstStyle/>
        <a:p>
          <a:r>
            <a:rPr lang="en-US" dirty="0"/>
            <a:t>spectrum</a:t>
          </a:r>
        </a:p>
      </dgm:t>
    </dgm:pt>
    <dgm:pt modelId="{16A293F7-C9C7-0440-8109-6C79387E4669}" type="parTrans" cxnId="{CBBAF628-4D69-7745-A223-4CB0464D6F2A}">
      <dgm:prSet/>
      <dgm:spPr/>
      <dgm:t>
        <a:bodyPr/>
        <a:lstStyle/>
        <a:p>
          <a:endParaRPr lang="en-US"/>
        </a:p>
      </dgm:t>
    </dgm:pt>
    <dgm:pt modelId="{930A3BF0-1D0F-AC48-94CC-4F70CE9428BD}" type="sibTrans" cxnId="{CBBAF628-4D69-7745-A223-4CB0464D6F2A}">
      <dgm:prSet/>
      <dgm:spPr/>
      <dgm:t>
        <a:bodyPr/>
        <a:lstStyle/>
        <a:p>
          <a:endParaRPr lang="en-US"/>
        </a:p>
      </dgm:t>
    </dgm:pt>
    <dgm:pt modelId="{64D60808-D64C-DB4D-9A68-74DDE26CA7BA}">
      <dgm:prSet phldrT="[Text]"/>
      <dgm:spPr/>
      <dgm:t>
        <a:bodyPr/>
        <a:lstStyle/>
        <a:p>
          <a:r>
            <a:rPr lang="en-US" dirty="0"/>
            <a:t>power spectrum</a:t>
          </a:r>
        </a:p>
      </dgm:t>
    </dgm:pt>
    <dgm:pt modelId="{E7A0F91C-07B9-2244-939C-55AD8BD22B29}" type="parTrans" cxnId="{018CF59A-E493-B94B-9E7B-FA2A283FDCE7}">
      <dgm:prSet/>
      <dgm:spPr/>
      <dgm:t>
        <a:bodyPr/>
        <a:lstStyle/>
        <a:p>
          <a:endParaRPr lang="en-US"/>
        </a:p>
      </dgm:t>
    </dgm:pt>
    <dgm:pt modelId="{061E693F-8883-0A42-9114-2D459E9E12EE}" type="sibTrans" cxnId="{018CF59A-E493-B94B-9E7B-FA2A283FDCE7}">
      <dgm:prSet/>
      <dgm:spPr/>
      <dgm:t>
        <a:bodyPr/>
        <a:lstStyle/>
        <a:p>
          <a:endParaRPr lang="en-US"/>
        </a:p>
      </dgm:t>
    </dgm:pt>
    <dgm:pt modelId="{FD90EC4E-FC7B-5842-A43F-8AD9B1452EE7}">
      <dgm:prSet phldrT="[Text]"/>
      <dgm:spPr/>
      <dgm:t>
        <a:bodyPr/>
        <a:lstStyle/>
        <a:p>
          <a:r>
            <a:rPr lang="en-US" dirty="0"/>
            <a:t>Map spectrum into mel-spaced bands </a:t>
          </a:r>
        </a:p>
      </dgm:t>
    </dgm:pt>
    <dgm:pt modelId="{1950457D-DC9B-1340-8F44-66F809385F4C}" type="parTrans" cxnId="{A6CCDAD0-AEC3-7C4D-8193-D226257E0FE1}">
      <dgm:prSet/>
      <dgm:spPr/>
      <dgm:t>
        <a:bodyPr/>
        <a:lstStyle/>
        <a:p>
          <a:endParaRPr lang="en-US"/>
        </a:p>
      </dgm:t>
    </dgm:pt>
    <dgm:pt modelId="{8E696F32-B35E-D343-80FC-2C2EBE40C89B}" type="sibTrans" cxnId="{A6CCDAD0-AEC3-7C4D-8193-D226257E0FE1}">
      <dgm:prSet/>
      <dgm:spPr/>
      <dgm:t>
        <a:bodyPr/>
        <a:lstStyle/>
        <a:p>
          <a:endParaRPr lang="en-US"/>
        </a:p>
      </dgm:t>
    </dgm:pt>
    <dgm:pt modelId="{E716945A-2677-B445-904E-3625D1AB5E2F}">
      <dgm:prSet phldrT="[Text]"/>
      <dgm:spPr/>
      <dgm:t>
        <a:bodyPr/>
        <a:lstStyle/>
        <a:p>
          <a:r>
            <a:rPr lang="en-US" dirty="0"/>
            <a:t>Sum log energies inside each filter</a:t>
          </a:r>
        </a:p>
      </dgm:t>
    </dgm:pt>
    <dgm:pt modelId="{AAB75F39-E334-6344-8A9E-EFEA27698932}" type="parTrans" cxnId="{32026B7F-0080-2A45-B09A-CBCEE9042218}">
      <dgm:prSet/>
      <dgm:spPr/>
      <dgm:t>
        <a:bodyPr/>
        <a:lstStyle/>
        <a:p>
          <a:endParaRPr lang="en-US"/>
        </a:p>
      </dgm:t>
    </dgm:pt>
    <dgm:pt modelId="{130ABDF3-D19A-EE4F-8BA3-444DCCE85F8A}" type="sibTrans" cxnId="{32026B7F-0080-2A45-B09A-CBCEE9042218}">
      <dgm:prSet/>
      <dgm:spPr/>
      <dgm:t>
        <a:bodyPr/>
        <a:lstStyle/>
        <a:p>
          <a:endParaRPr lang="en-US"/>
        </a:p>
      </dgm:t>
    </dgm:pt>
    <dgm:pt modelId="{35F507B6-4DC0-8C49-ABD6-F6F902D2AF53}">
      <dgm:prSet phldrT="[Text]"/>
      <dgm:spPr/>
      <dgm:t>
        <a:bodyPr/>
        <a:lstStyle/>
        <a:p>
          <a:r>
            <a:rPr lang="en-US" dirty="0"/>
            <a:t>DCT (akin to </a:t>
          </a:r>
          <a:r>
            <a:rPr lang="en-US" dirty="0" err="1"/>
            <a:t>iFFT</a:t>
          </a:r>
          <a:r>
            <a:rPr lang="en-US" dirty="0"/>
            <a:t>)</a:t>
          </a:r>
        </a:p>
      </dgm:t>
    </dgm:pt>
    <dgm:pt modelId="{6F180D6E-16D3-2A45-8083-4057FE3FF820}" type="parTrans" cxnId="{8BD13240-07B4-9D4A-A399-0BF62251AD3B}">
      <dgm:prSet/>
      <dgm:spPr/>
      <dgm:t>
        <a:bodyPr/>
        <a:lstStyle/>
        <a:p>
          <a:endParaRPr lang="en-US"/>
        </a:p>
      </dgm:t>
    </dgm:pt>
    <dgm:pt modelId="{003A4E2C-0125-7D49-936D-45E78652CD30}" type="sibTrans" cxnId="{8BD13240-07B4-9D4A-A399-0BF62251AD3B}">
      <dgm:prSet/>
      <dgm:spPr/>
      <dgm:t>
        <a:bodyPr/>
        <a:lstStyle/>
        <a:p>
          <a:endParaRPr lang="en-US"/>
        </a:p>
      </dgm:t>
    </dgm:pt>
    <dgm:pt modelId="{932B9F72-97D8-BD49-9CD8-F1B2C162B186}" type="pres">
      <dgm:prSet presAssocID="{C0DAD485-228C-F145-9908-ED53418C68D5}" presName="linearFlow" presStyleCnt="0">
        <dgm:presLayoutVars>
          <dgm:resizeHandles val="exact"/>
        </dgm:presLayoutVars>
      </dgm:prSet>
      <dgm:spPr/>
    </dgm:pt>
    <dgm:pt modelId="{11F250B5-3A96-4A4D-A7B2-776DE95F7A8E}" type="pres">
      <dgm:prSet presAssocID="{3D3A9292-C9C9-9F4A-BCE8-B111FDD49903}" presName="node" presStyleLbl="node1" presStyleIdx="0" presStyleCnt="6" custScaleX="163699">
        <dgm:presLayoutVars>
          <dgm:bulletEnabled val="1"/>
        </dgm:presLayoutVars>
      </dgm:prSet>
      <dgm:spPr/>
    </dgm:pt>
    <dgm:pt modelId="{1BD60115-9F26-504C-8416-31D50758228B}" type="pres">
      <dgm:prSet presAssocID="{F704E8CE-05A8-DE43-98A5-2059F8EECD7C}" presName="sibTrans" presStyleLbl="sibTrans2D1" presStyleIdx="0" presStyleCnt="5"/>
      <dgm:spPr/>
    </dgm:pt>
    <dgm:pt modelId="{C761D4E4-2B36-204F-8D95-9ABF57B8E72F}" type="pres">
      <dgm:prSet presAssocID="{F704E8CE-05A8-DE43-98A5-2059F8EECD7C}" presName="connectorText" presStyleLbl="sibTrans2D1" presStyleIdx="0" presStyleCnt="5"/>
      <dgm:spPr/>
    </dgm:pt>
    <dgm:pt modelId="{D6AA0F73-92E9-B045-8E3E-C043EF4345C2}" type="pres">
      <dgm:prSet presAssocID="{E463DD03-4474-B244-97F0-93D569850DA2}" presName="node" presStyleLbl="node1" presStyleIdx="1" presStyleCnt="6" custScaleX="167477">
        <dgm:presLayoutVars>
          <dgm:bulletEnabled val="1"/>
        </dgm:presLayoutVars>
      </dgm:prSet>
      <dgm:spPr/>
    </dgm:pt>
    <dgm:pt modelId="{5DDADA07-4D64-A240-B02B-089CDA2349A7}" type="pres">
      <dgm:prSet presAssocID="{930A3BF0-1D0F-AC48-94CC-4F70CE9428BD}" presName="sibTrans" presStyleLbl="sibTrans2D1" presStyleIdx="1" presStyleCnt="5"/>
      <dgm:spPr/>
    </dgm:pt>
    <dgm:pt modelId="{22DCCE3E-1F8A-E14B-8DBD-8233A26CF6E5}" type="pres">
      <dgm:prSet presAssocID="{930A3BF0-1D0F-AC48-94CC-4F70CE9428BD}" presName="connectorText" presStyleLbl="sibTrans2D1" presStyleIdx="1" presStyleCnt="5"/>
      <dgm:spPr/>
    </dgm:pt>
    <dgm:pt modelId="{A9B20A92-C2D6-6C4E-AF96-6731C6A3A757}" type="pres">
      <dgm:prSet presAssocID="{64D60808-D64C-DB4D-9A68-74DDE26CA7BA}" presName="node" presStyleLbl="node1" presStyleIdx="2" presStyleCnt="6" custScaleX="168736">
        <dgm:presLayoutVars>
          <dgm:bulletEnabled val="1"/>
        </dgm:presLayoutVars>
      </dgm:prSet>
      <dgm:spPr/>
    </dgm:pt>
    <dgm:pt modelId="{60D6B859-896D-6A49-9C4E-1FEEBEFC1B75}" type="pres">
      <dgm:prSet presAssocID="{061E693F-8883-0A42-9114-2D459E9E12EE}" presName="sibTrans" presStyleLbl="sibTrans2D1" presStyleIdx="2" presStyleCnt="5"/>
      <dgm:spPr/>
    </dgm:pt>
    <dgm:pt modelId="{A5EA192C-AE1B-D946-BE3F-3574D30C20C5}" type="pres">
      <dgm:prSet presAssocID="{061E693F-8883-0A42-9114-2D459E9E12EE}" presName="connectorText" presStyleLbl="sibTrans2D1" presStyleIdx="2" presStyleCnt="5"/>
      <dgm:spPr/>
    </dgm:pt>
    <dgm:pt modelId="{E0253F65-86CF-6144-B2FC-1A3B7A76A549}" type="pres">
      <dgm:prSet presAssocID="{FD90EC4E-FC7B-5842-A43F-8AD9B1452EE7}" presName="node" presStyleLbl="node1" presStyleIdx="3" presStyleCnt="6" custScaleX="168736">
        <dgm:presLayoutVars>
          <dgm:bulletEnabled val="1"/>
        </dgm:presLayoutVars>
      </dgm:prSet>
      <dgm:spPr/>
    </dgm:pt>
    <dgm:pt modelId="{B448EC83-ABCB-5C40-A331-53D5FFFD6454}" type="pres">
      <dgm:prSet presAssocID="{8E696F32-B35E-D343-80FC-2C2EBE40C89B}" presName="sibTrans" presStyleLbl="sibTrans2D1" presStyleIdx="3" presStyleCnt="5"/>
      <dgm:spPr/>
    </dgm:pt>
    <dgm:pt modelId="{19931E3E-C915-E64A-B57C-614052196755}" type="pres">
      <dgm:prSet presAssocID="{8E696F32-B35E-D343-80FC-2C2EBE40C89B}" presName="connectorText" presStyleLbl="sibTrans2D1" presStyleIdx="3" presStyleCnt="5"/>
      <dgm:spPr/>
    </dgm:pt>
    <dgm:pt modelId="{EB58EFD6-7D5F-7346-880D-B24ADAC4AD5A}" type="pres">
      <dgm:prSet presAssocID="{E716945A-2677-B445-904E-3625D1AB5E2F}" presName="node" presStyleLbl="node1" presStyleIdx="4" presStyleCnt="6" custScaleX="172514">
        <dgm:presLayoutVars>
          <dgm:bulletEnabled val="1"/>
        </dgm:presLayoutVars>
      </dgm:prSet>
      <dgm:spPr/>
    </dgm:pt>
    <dgm:pt modelId="{0C172341-4EAD-794C-AC36-75CF5EE45CF9}" type="pres">
      <dgm:prSet presAssocID="{130ABDF3-D19A-EE4F-8BA3-444DCCE85F8A}" presName="sibTrans" presStyleLbl="sibTrans2D1" presStyleIdx="4" presStyleCnt="5"/>
      <dgm:spPr/>
    </dgm:pt>
    <dgm:pt modelId="{3F82358F-CC48-4042-903D-6FBCE3F89680}" type="pres">
      <dgm:prSet presAssocID="{130ABDF3-D19A-EE4F-8BA3-444DCCE85F8A}" presName="connectorText" presStyleLbl="sibTrans2D1" presStyleIdx="4" presStyleCnt="5"/>
      <dgm:spPr/>
    </dgm:pt>
    <dgm:pt modelId="{2599FF1F-7155-9D41-9B5A-B137640AA23A}" type="pres">
      <dgm:prSet presAssocID="{35F507B6-4DC0-8C49-ABD6-F6F902D2AF53}" presName="node" presStyleLbl="node1" presStyleIdx="5" presStyleCnt="6" custScaleX="172514">
        <dgm:presLayoutVars>
          <dgm:bulletEnabled val="1"/>
        </dgm:presLayoutVars>
      </dgm:prSet>
      <dgm:spPr/>
    </dgm:pt>
  </dgm:ptLst>
  <dgm:cxnLst>
    <dgm:cxn modelId="{9FE17F0F-563E-8C46-B67E-11DCA0CCFCC1}" type="presOf" srcId="{130ABDF3-D19A-EE4F-8BA3-444DCCE85F8A}" destId="{0C172341-4EAD-794C-AC36-75CF5EE45CF9}" srcOrd="0" destOrd="0" presId="urn:microsoft.com/office/officeart/2005/8/layout/process2"/>
    <dgm:cxn modelId="{CF537C18-41B4-B749-9CD8-84C24D6D1D07}" type="presOf" srcId="{3D3A9292-C9C9-9F4A-BCE8-B111FDD49903}" destId="{11F250B5-3A96-4A4D-A7B2-776DE95F7A8E}" srcOrd="0" destOrd="0" presId="urn:microsoft.com/office/officeart/2005/8/layout/process2"/>
    <dgm:cxn modelId="{405DA727-54A3-ED49-9356-058979978F49}" type="presOf" srcId="{130ABDF3-D19A-EE4F-8BA3-444DCCE85F8A}" destId="{3F82358F-CC48-4042-903D-6FBCE3F89680}" srcOrd="1" destOrd="0" presId="urn:microsoft.com/office/officeart/2005/8/layout/process2"/>
    <dgm:cxn modelId="{CBBAF628-4D69-7745-A223-4CB0464D6F2A}" srcId="{C0DAD485-228C-F145-9908-ED53418C68D5}" destId="{E463DD03-4474-B244-97F0-93D569850DA2}" srcOrd="1" destOrd="0" parTransId="{16A293F7-C9C7-0440-8109-6C79387E4669}" sibTransId="{930A3BF0-1D0F-AC48-94CC-4F70CE9428BD}"/>
    <dgm:cxn modelId="{49C96235-DBF9-864A-B1B2-B6962EE65B9E}" type="presOf" srcId="{930A3BF0-1D0F-AC48-94CC-4F70CE9428BD}" destId="{5DDADA07-4D64-A240-B02B-089CDA2349A7}" srcOrd="0" destOrd="0" presId="urn:microsoft.com/office/officeart/2005/8/layout/process2"/>
    <dgm:cxn modelId="{3E34F737-5105-2045-B04A-4CD7C827B5E7}" type="presOf" srcId="{C0DAD485-228C-F145-9908-ED53418C68D5}" destId="{932B9F72-97D8-BD49-9CD8-F1B2C162B186}" srcOrd="0" destOrd="0" presId="urn:microsoft.com/office/officeart/2005/8/layout/process2"/>
    <dgm:cxn modelId="{8BD13240-07B4-9D4A-A399-0BF62251AD3B}" srcId="{C0DAD485-228C-F145-9908-ED53418C68D5}" destId="{35F507B6-4DC0-8C49-ABD6-F6F902D2AF53}" srcOrd="5" destOrd="0" parTransId="{6F180D6E-16D3-2A45-8083-4057FE3FF820}" sibTransId="{003A4E2C-0125-7D49-936D-45E78652CD30}"/>
    <dgm:cxn modelId="{C60EE85E-4DB6-054C-B90E-9CC107D0CD39}" type="presOf" srcId="{8E696F32-B35E-D343-80FC-2C2EBE40C89B}" destId="{19931E3E-C915-E64A-B57C-614052196755}" srcOrd="1" destOrd="0" presId="urn:microsoft.com/office/officeart/2005/8/layout/process2"/>
    <dgm:cxn modelId="{169C446E-5DF7-F94A-BE52-40E8EAC2F10C}" type="presOf" srcId="{061E693F-8883-0A42-9114-2D459E9E12EE}" destId="{60D6B859-896D-6A49-9C4E-1FEEBEFC1B75}" srcOrd="0" destOrd="0" presId="urn:microsoft.com/office/officeart/2005/8/layout/process2"/>
    <dgm:cxn modelId="{32026B7F-0080-2A45-B09A-CBCEE9042218}" srcId="{C0DAD485-228C-F145-9908-ED53418C68D5}" destId="{E716945A-2677-B445-904E-3625D1AB5E2F}" srcOrd="4" destOrd="0" parTransId="{AAB75F39-E334-6344-8A9E-EFEA27698932}" sibTransId="{130ABDF3-D19A-EE4F-8BA3-444DCCE85F8A}"/>
    <dgm:cxn modelId="{2C0C1886-B9C3-B542-B459-1BC089A594A0}" type="presOf" srcId="{E463DD03-4474-B244-97F0-93D569850DA2}" destId="{D6AA0F73-92E9-B045-8E3E-C043EF4345C2}" srcOrd="0" destOrd="0" presId="urn:microsoft.com/office/officeart/2005/8/layout/process2"/>
    <dgm:cxn modelId="{E9311387-3CB9-8B4C-9B74-50B0667750BE}" srcId="{C0DAD485-228C-F145-9908-ED53418C68D5}" destId="{3D3A9292-C9C9-9F4A-BCE8-B111FDD49903}" srcOrd="0" destOrd="0" parTransId="{F70CFD6D-8BAC-AA4D-9824-87C1173CF84C}" sibTransId="{F704E8CE-05A8-DE43-98A5-2059F8EECD7C}"/>
    <dgm:cxn modelId="{FE454D95-664E-A941-B943-5F15FF9DDF13}" type="presOf" srcId="{8E696F32-B35E-D343-80FC-2C2EBE40C89B}" destId="{B448EC83-ABCB-5C40-A331-53D5FFFD6454}" srcOrd="0" destOrd="0" presId="urn:microsoft.com/office/officeart/2005/8/layout/process2"/>
    <dgm:cxn modelId="{8D717099-2EE8-9C40-9A0C-805E776A5E22}" type="presOf" srcId="{E716945A-2677-B445-904E-3625D1AB5E2F}" destId="{EB58EFD6-7D5F-7346-880D-B24ADAC4AD5A}" srcOrd="0" destOrd="0" presId="urn:microsoft.com/office/officeart/2005/8/layout/process2"/>
    <dgm:cxn modelId="{018CF59A-E493-B94B-9E7B-FA2A283FDCE7}" srcId="{C0DAD485-228C-F145-9908-ED53418C68D5}" destId="{64D60808-D64C-DB4D-9A68-74DDE26CA7BA}" srcOrd="2" destOrd="0" parTransId="{E7A0F91C-07B9-2244-939C-55AD8BD22B29}" sibTransId="{061E693F-8883-0A42-9114-2D459E9E12EE}"/>
    <dgm:cxn modelId="{264878B6-28D1-5B43-A7CD-81F8F6F5B084}" type="presOf" srcId="{930A3BF0-1D0F-AC48-94CC-4F70CE9428BD}" destId="{22DCCE3E-1F8A-E14B-8DBD-8233A26CF6E5}" srcOrd="1" destOrd="0" presId="urn:microsoft.com/office/officeart/2005/8/layout/process2"/>
    <dgm:cxn modelId="{A6CCDAD0-AEC3-7C4D-8193-D226257E0FE1}" srcId="{C0DAD485-228C-F145-9908-ED53418C68D5}" destId="{FD90EC4E-FC7B-5842-A43F-8AD9B1452EE7}" srcOrd="3" destOrd="0" parTransId="{1950457D-DC9B-1340-8F44-66F809385F4C}" sibTransId="{8E696F32-B35E-D343-80FC-2C2EBE40C89B}"/>
    <dgm:cxn modelId="{D7C90BDA-4190-6B4C-9049-989F352EDBF6}" type="presOf" srcId="{F704E8CE-05A8-DE43-98A5-2059F8EECD7C}" destId="{C761D4E4-2B36-204F-8D95-9ABF57B8E72F}" srcOrd="1" destOrd="0" presId="urn:microsoft.com/office/officeart/2005/8/layout/process2"/>
    <dgm:cxn modelId="{180873E1-CC02-7A41-A519-1EC577818BFE}" type="presOf" srcId="{64D60808-D64C-DB4D-9A68-74DDE26CA7BA}" destId="{A9B20A92-C2D6-6C4E-AF96-6731C6A3A757}" srcOrd="0" destOrd="0" presId="urn:microsoft.com/office/officeart/2005/8/layout/process2"/>
    <dgm:cxn modelId="{CB7767E4-4C0D-9B4D-8B71-2B6C98E0C819}" type="presOf" srcId="{F704E8CE-05A8-DE43-98A5-2059F8EECD7C}" destId="{1BD60115-9F26-504C-8416-31D50758228B}" srcOrd="0" destOrd="0" presId="urn:microsoft.com/office/officeart/2005/8/layout/process2"/>
    <dgm:cxn modelId="{9E2A6FEA-ACC9-5142-B755-FA3B14CC5DCA}" type="presOf" srcId="{35F507B6-4DC0-8C49-ABD6-F6F902D2AF53}" destId="{2599FF1F-7155-9D41-9B5A-B137640AA23A}" srcOrd="0" destOrd="0" presId="urn:microsoft.com/office/officeart/2005/8/layout/process2"/>
    <dgm:cxn modelId="{2437ECF8-C827-E345-A27E-7EB4C4BFCD9A}" type="presOf" srcId="{061E693F-8883-0A42-9114-2D459E9E12EE}" destId="{A5EA192C-AE1B-D946-BE3F-3574D30C20C5}" srcOrd="1" destOrd="0" presId="urn:microsoft.com/office/officeart/2005/8/layout/process2"/>
    <dgm:cxn modelId="{0F84BFFD-CB88-FA4A-9B19-33F0A4F5753F}" type="presOf" srcId="{FD90EC4E-FC7B-5842-A43F-8AD9B1452EE7}" destId="{E0253F65-86CF-6144-B2FC-1A3B7A76A549}" srcOrd="0" destOrd="0" presId="urn:microsoft.com/office/officeart/2005/8/layout/process2"/>
    <dgm:cxn modelId="{94725384-2D2C-BD49-A4D0-58673606CCA4}" type="presParOf" srcId="{932B9F72-97D8-BD49-9CD8-F1B2C162B186}" destId="{11F250B5-3A96-4A4D-A7B2-776DE95F7A8E}" srcOrd="0" destOrd="0" presId="urn:microsoft.com/office/officeart/2005/8/layout/process2"/>
    <dgm:cxn modelId="{FE6ACDE0-BF9D-5D46-83B1-E26B92D28C2F}" type="presParOf" srcId="{932B9F72-97D8-BD49-9CD8-F1B2C162B186}" destId="{1BD60115-9F26-504C-8416-31D50758228B}" srcOrd="1" destOrd="0" presId="urn:microsoft.com/office/officeart/2005/8/layout/process2"/>
    <dgm:cxn modelId="{1ABC84C0-CD8C-2D44-8A35-B04DE3D18410}" type="presParOf" srcId="{1BD60115-9F26-504C-8416-31D50758228B}" destId="{C761D4E4-2B36-204F-8D95-9ABF57B8E72F}" srcOrd="0" destOrd="0" presId="urn:microsoft.com/office/officeart/2005/8/layout/process2"/>
    <dgm:cxn modelId="{33C3FE60-B1D5-844A-B17D-11109DDAEA95}" type="presParOf" srcId="{932B9F72-97D8-BD49-9CD8-F1B2C162B186}" destId="{D6AA0F73-92E9-B045-8E3E-C043EF4345C2}" srcOrd="2" destOrd="0" presId="urn:microsoft.com/office/officeart/2005/8/layout/process2"/>
    <dgm:cxn modelId="{B422D88B-F9FA-6B44-98FE-F16AC2806A20}" type="presParOf" srcId="{932B9F72-97D8-BD49-9CD8-F1B2C162B186}" destId="{5DDADA07-4D64-A240-B02B-089CDA2349A7}" srcOrd="3" destOrd="0" presId="urn:microsoft.com/office/officeart/2005/8/layout/process2"/>
    <dgm:cxn modelId="{149EEFB7-1087-EB4E-9378-38B3A299C8A5}" type="presParOf" srcId="{5DDADA07-4D64-A240-B02B-089CDA2349A7}" destId="{22DCCE3E-1F8A-E14B-8DBD-8233A26CF6E5}" srcOrd="0" destOrd="0" presId="urn:microsoft.com/office/officeart/2005/8/layout/process2"/>
    <dgm:cxn modelId="{CC1C882D-6030-E142-BEDA-51D0570DC3AB}" type="presParOf" srcId="{932B9F72-97D8-BD49-9CD8-F1B2C162B186}" destId="{A9B20A92-C2D6-6C4E-AF96-6731C6A3A757}" srcOrd="4" destOrd="0" presId="urn:microsoft.com/office/officeart/2005/8/layout/process2"/>
    <dgm:cxn modelId="{57B43AB9-317D-654A-9D44-CDD4A2A8074F}" type="presParOf" srcId="{932B9F72-97D8-BD49-9CD8-F1B2C162B186}" destId="{60D6B859-896D-6A49-9C4E-1FEEBEFC1B75}" srcOrd="5" destOrd="0" presId="urn:microsoft.com/office/officeart/2005/8/layout/process2"/>
    <dgm:cxn modelId="{04ABA947-3447-DA4F-9EB5-CBF9A65C198B}" type="presParOf" srcId="{60D6B859-896D-6A49-9C4E-1FEEBEFC1B75}" destId="{A5EA192C-AE1B-D946-BE3F-3574D30C20C5}" srcOrd="0" destOrd="0" presId="urn:microsoft.com/office/officeart/2005/8/layout/process2"/>
    <dgm:cxn modelId="{3921FAAD-61F7-5B4E-A3C5-5C00E09E632B}" type="presParOf" srcId="{932B9F72-97D8-BD49-9CD8-F1B2C162B186}" destId="{E0253F65-86CF-6144-B2FC-1A3B7A76A549}" srcOrd="6" destOrd="0" presId="urn:microsoft.com/office/officeart/2005/8/layout/process2"/>
    <dgm:cxn modelId="{88BE7784-EF69-AC4C-B083-F92BF7F9EF83}" type="presParOf" srcId="{932B9F72-97D8-BD49-9CD8-F1B2C162B186}" destId="{B448EC83-ABCB-5C40-A331-53D5FFFD6454}" srcOrd="7" destOrd="0" presId="urn:microsoft.com/office/officeart/2005/8/layout/process2"/>
    <dgm:cxn modelId="{A49DC373-21B3-B84A-B8C2-C47294FB09F0}" type="presParOf" srcId="{B448EC83-ABCB-5C40-A331-53D5FFFD6454}" destId="{19931E3E-C915-E64A-B57C-614052196755}" srcOrd="0" destOrd="0" presId="urn:microsoft.com/office/officeart/2005/8/layout/process2"/>
    <dgm:cxn modelId="{692D1342-D942-A44D-A785-B73A60D57015}" type="presParOf" srcId="{932B9F72-97D8-BD49-9CD8-F1B2C162B186}" destId="{EB58EFD6-7D5F-7346-880D-B24ADAC4AD5A}" srcOrd="8" destOrd="0" presId="urn:microsoft.com/office/officeart/2005/8/layout/process2"/>
    <dgm:cxn modelId="{8568D533-E43B-F64C-9A6B-529BB9C321F8}" type="presParOf" srcId="{932B9F72-97D8-BD49-9CD8-F1B2C162B186}" destId="{0C172341-4EAD-794C-AC36-75CF5EE45CF9}" srcOrd="9" destOrd="0" presId="urn:microsoft.com/office/officeart/2005/8/layout/process2"/>
    <dgm:cxn modelId="{CDC6A396-50C2-C648-B155-C03AB7006987}" type="presParOf" srcId="{0C172341-4EAD-794C-AC36-75CF5EE45CF9}" destId="{3F82358F-CC48-4042-903D-6FBCE3F89680}" srcOrd="0" destOrd="0" presId="urn:microsoft.com/office/officeart/2005/8/layout/process2"/>
    <dgm:cxn modelId="{99DD0068-DDA7-8C42-9768-8074CA3AB050}" type="presParOf" srcId="{932B9F72-97D8-BD49-9CD8-F1B2C162B186}" destId="{2599FF1F-7155-9D41-9B5A-B137640AA23A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250B5-3A96-4A4D-A7B2-776DE95F7A8E}">
      <dsp:nvSpPr>
        <dsp:cNvPr id="0" name=""/>
        <dsp:cNvSpPr/>
      </dsp:nvSpPr>
      <dsp:spPr>
        <a:xfrm>
          <a:off x="1978525" y="2149"/>
          <a:ext cx="417094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waveform</a:t>
          </a:r>
        </a:p>
      </dsp:txBody>
      <dsp:txXfrm>
        <a:off x="1997182" y="20806"/>
        <a:ext cx="4133634" cy="599670"/>
      </dsp:txXfrm>
    </dsp:sp>
    <dsp:sp modelId="{1BD60115-9F26-504C-8416-31D50758228B}">
      <dsp:nvSpPr>
        <dsp:cNvPr id="0" name=""/>
        <dsp:cNvSpPr/>
      </dsp:nvSpPr>
      <dsp:spPr>
        <a:xfrm rot="5400000">
          <a:off x="3944565" y="655058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678945"/>
        <a:ext cx="171986" cy="167208"/>
      </dsp:txXfrm>
    </dsp:sp>
    <dsp:sp modelId="{D6AA0F73-92E9-B045-8E3E-C043EF4345C2}">
      <dsp:nvSpPr>
        <dsp:cNvPr id="0" name=""/>
        <dsp:cNvSpPr/>
      </dsp:nvSpPr>
      <dsp:spPr>
        <a:xfrm>
          <a:off x="1930395" y="957626"/>
          <a:ext cx="4267209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spectrum</a:t>
          </a:r>
        </a:p>
      </dsp:txBody>
      <dsp:txXfrm>
        <a:off x="1949052" y="976283"/>
        <a:ext cx="4229895" cy="599670"/>
      </dsp:txXfrm>
    </dsp:sp>
    <dsp:sp modelId="{5DDADA07-4D64-A240-B02B-089CDA2349A7}">
      <dsp:nvSpPr>
        <dsp:cNvPr id="0" name=""/>
        <dsp:cNvSpPr/>
      </dsp:nvSpPr>
      <dsp:spPr>
        <a:xfrm rot="5400000">
          <a:off x="3944565" y="1610535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1634422"/>
        <a:ext cx="171986" cy="167208"/>
      </dsp:txXfrm>
    </dsp:sp>
    <dsp:sp modelId="{A9B20A92-C2D6-6C4E-AF96-6731C6A3A757}">
      <dsp:nvSpPr>
        <dsp:cNvPr id="0" name=""/>
        <dsp:cNvSpPr/>
      </dsp:nvSpPr>
      <dsp:spPr>
        <a:xfrm>
          <a:off x="1914355" y="1913102"/>
          <a:ext cx="429928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power spectrum</a:t>
          </a:r>
        </a:p>
      </dsp:txBody>
      <dsp:txXfrm>
        <a:off x="1933012" y="1931759"/>
        <a:ext cx="4261974" cy="599670"/>
      </dsp:txXfrm>
    </dsp:sp>
    <dsp:sp modelId="{60D6B859-896D-6A49-9C4E-1FEEBEFC1B75}">
      <dsp:nvSpPr>
        <dsp:cNvPr id="0" name=""/>
        <dsp:cNvSpPr/>
      </dsp:nvSpPr>
      <dsp:spPr>
        <a:xfrm rot="5400000">
          <a:off x="3944565" y="2566012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2589899"/>
        <a:ext cx="171986" cy="167208"/>
      </dsp:txXfrm>
    </dsp:sp>
    <dsp:sp modelId="{E0253F65-86CF-6144-B2FC-1A3B7A76A549}">
      <dsp:nvSpPr>
        <dsp:cNvPr id="0" name=""/>
        <dsp:cNvSpPr/>
      </dsp:nvSpPr>
      <dsp:spPr>
        <a:xfrm>
          <a:off x="1914355" y="2868579"/>
          <a:ext cx="429928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Map spectrum into mel-spaced bands </a:t>
          </a:r>
        </a:p>
      </dsp:txBody>
      <dsp:txXfrm>
        <a:off x="1933012" y="2887236"/>
        <a:ext cx="4261974" cy="599670"/>
      </dsp:txXfrm>
    </dsp:sp>
    <dsp:sp modelId="{B448EC83-ABCB-5C40-A331-53D5FFFD6454}">
      <dsp:nvSpPr>
        <dsp:cNvPr id="0" name=""/>
        <dsp:cNvSpPr/>
      </dsp:nvSpPr>
      <dsp:spPr>
        <a:xfrm rot="5400000">
          <a:off x="3944565" y="3521488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3545375"/>
        <a:ext cx="171986" cy="167208"/>
      </dsp:txXfrm>
    </dsp:sp>
    <dsp:sp modelId="{EB58EFD6-7D5F-7346-880D-B24ADAC4AD5A}">
      <dsp:nvSpPr>
        <dsp:cNvPr id="0" name=""/>
        <dsp:cNvSpPr/>
      </dsp:nvSpPr>
      <dsp:spPr>
        <a:xfrm>
          <a:off x="1866225" y="3824056"/>
          <a:ext cx="4395549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Sum log energies inside each filter</a:t>
          </a:r>
        </a:p>
      </dsp:txBody>
      <dsp:txXfrm>
        <a:off x="1884882" y="3842713"/>
        <a:ext cx="4358235" cy="599670"/>
      </dsp:txXfrm>
    </dsp:sp>
    <dsp:sp modelId="{0C172341-4EAD-794C-AC36-75CF5EE45CF9}">
      <dsp:nvSpPr>
        <dsp:cNvPr id="0" name=""/>
        <dsp:cNvSpPr/>
      </dsp:nvSpPr>
      <dsp:spPr>
        <a:xfrm rot="5400000">
          <a:off x="3944565" y="4476965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4500852"/>
        <a:ext cx="171986" cy="167208"/>
      </dsp:txXfrm>
    </dsp:sp>
    <dsp:sp modelId="{2599FF1F-7155-9D41-9B5A-B137640AA23A}">
      <dsp:nvSpPr>
        <dsp:cNvPr id="0" name=""/>
        <dsp:cNvSpPr/>
      </dsp:nvSpPr>
      <dsp:spPr>
        <a:xfrm>
          <a:off x="1866225" y="4779532"/>
          <a:ext cx="4395549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DCT (akin to </a:t>
          </a:r>
          <a:r>
            <a:rPr lang="en-US" sz="1600" kern="1200" dirty="0" err="1"/>
            <a:t>iFFT</a:t>
          </a:r>
          <a:r>
            <a:rPr lang="en-US" sz="1600" kern="1200" dirty="0"/>
            <a:t>)</a:t>
          </a:r>
        </a:p>
      </dsp:txBody>
      <dsp:txXfrm>
        <a:off x="1884882" y="4798189"/>
        <a:ext cx="4358235" cy="5996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250B5-3A96-4A4D-A7B2-776DE95F7A8E}">
      <dsp:nvSpPr>
        <dsp:cNvPr id="0" name=""/>
        <dsp:cNvSpPr/>
      </dsp:nvSpPr>
      <dsp:spPr>
        <a:xfrm>
          <a:off x="1978525" y="2149"/>
          <a:ext cx="417094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waveform</a:t>
          </a:r>
        </a:p>
      </dsp:txBody>
      <dsp:txXfrm>
        <a:off x="1997182" y="20806"/>
        <a:ext cx="4133634" cy="599670"/>
      </dsp:txXfrm>
    </dsp:sp>
    <dsp:sp modelId="{1BD60115-9F26-504C-8416-31D50758228B}">
      <dsp:nvSpPr>
        <dsp:cNvPr id="0" name=""/>
        <dsp:cNvSpPr/>
      </dsp:nvSpPr>
      <dsp:spPr>
        <a:xfrm rot="5400000">
          <a:off x="3944565" y="655058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678945"/>
        <a:ext cx="171986" cy="167208"/>
      </dsp:txXfrm>
    </dsp:sp>
    <dsp:sp modelId="{D6AA0F73-92E9-B045-8E3E-C043EF4345C2}">
      <dsp:nvSpPr>
        <dsp:cNvPr id="0" name=""/>
        <dsp:cNvSpPr/>
      </dsp:nvSpPr>
      <dsp:spPr>
        <a:xfrm>
          <a:off x="1930395" y="957626"/>
          <a:ext cx="4267209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spectrum</a:t>
          </a:r>
        </a:p>
      </dsp:txBody>
      <dsp:txXfrm>
        <a:off x="1949052" y="976283"/>
        <a:ext cx="4229895" cy="599670"/>
      </dsp:txXfrm>
    </dsp:sp>
    <dsp:sp modelId="{5DDADA07-4D64-A240-B02B-089CDA2349A7}">
      <dsp:nvSpPr>
        <dsp:cNvPr id="0" name=""/>
        <dsp:cNvSpPr/>
      </dsp:nvSpPr>
      <dsp:spPr>
        <a:xfrm rot="5400000">
          <a:off x="3944565" y="1610535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1634422"/>
        <a:ext cx="171986" cy="167208"/>
      </dsp:txXfrm>
    </dsp:sp>
    <dsp:sp modelId="{A9B20A92-C2D6-6C4E-AF96-6731C6A3A757}">
      <dsp:nvSpPr>
        <dsp:cNvPr id="0" name=""/>
        <dsp:cNvSpPr/>
      </dsp:nvSpPr>
      <dsp:spPr>
        <a:xfrm>
          <a:off x="1914355" y="1913102"/>
          <a:ext cx="429928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power spectrum</a:t>
          </a:r>
        </a:p>
      </dsp:txBody>
      <dsp:txXfrm>
        <a:off x="1933012" y="1931759"/>
        <a:ext cx="4261974" cy="599670"/>
      </dsp:txXfrm>
    </dsp:sp>
    <dsp:sp modelId="{60D6B859-896D-6A49-9C4E-1FEEBEFC1B75}">
      <dsp:nvSpPr>
        <dsp:cNvPr id="0" name=""/>
        <dsp:cNvSpPr/>
      </dsp:nvSpPr>
      <dsp:spPr>
        <a:xfrm rot="5400000">
          <a:off x="3944565" y="2566012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2589899"/>
        <a:ext cx="171986" cy="167208"/>
      </dsp:txXfrm>
    </dsp:sp>
    <dsp:sp modelId="{E0253F65-86CF-6144-B2FC-1A3B7A76A549}">
      <dsp:nvSpPr>
        <dsp:cNvPr id="0" name=""/>
        <dsp:cNvSpPr/>
      </dsp:nvSpPr>
      <dsp:spPr>
        <a:xfrm>
          <a:off x="1914355" y="2868579"/>
          <a:ext cx="4299288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Map spectrum into mel-spaced bands </a:t>
          </a:r>
        </a:p>
      </dsp:txBody>
      <dsp:txXfrm>
        <a:off x="1933012" y="2887236"/>
        <a:ext cx="4261974" cy="599670"/>
      </dsp:txXfrm>
    </dsp:sp>
    <dsp:sp modelId="{B448EC83-ABCB-5C40-A331-53D5FFFD6454}">
      <dsp:nvSpPr>
        <dsp:cNvPr id="0" name=""/>
        <dsp:cNvSpPr/>
      </dsp:nvSpPr>
      <dsp:spPr>
        <a:xfrm rot="5400000">
          <a:off x="3944565" y="3521488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3545375"/>
        <a:ext cx="171986" cy="167208"/>
      </dsp:txXfrm>
    </dsp:sp>
    <dsp:sp modelId="{EB58EFD6-7D5F-7346-880D-B24ADAC4AD5A}">
      <dsp:nvSpPr>
        <dsp:cNvPr id="0" name=""/>
        <dsp:cNvSpPr/>
      </dsp:nvSpPr>
      <dsp:spPr>
        <a:xfrm>
          <a:off x="1866225" y="3824056"/>
          <a:ext cx="4395549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Sum log energies inside each filter</a:t>
          </a:r>
        </a:p>
      </dsp:txBody>
      <dsp:txXfrm>
        <a:off x="1884882" y="3842713"/>
        <a:ext cx="4358235" cy="599670"/>
      </dsp:txXfrm>
    </dsp:sp>
    <dsp:sp modelId="{0C172341-4EAD-794C-AC36-75CF5EE45CF9}">
      <dsp:nvSpPr>
        <dsp:cNvPr id="0" name=""/>
        <dsp:cNvSpPr/>
      </dsp:nvSpPr>
      <dsp:spPr>
        <a:xfrm rot="5400000">
          <a:off x="3944565" y="4476965"/>
          <a:ext cx="238869" cy="28664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3978007" y="4500852"/>
        <a:ext cx="171986" cy="167208"/>
      </dsp:txXfrm>
    </dsp:sp>
    <dsp:sp modelId="{2599FF1F-7155-9D41-9B5A-B137640AA23A}">
      <dsp:nvSpPr>
        <dsp:cNvPr id="0" name=""/>
        <dsp:cNvSpPr/>
      </dsp:nvSpPr>
      <dsp:spPr>
        <a:xfrm>
          <a:off x="1866225" y="4779532"/>
          <a:ext cx="4395549" cy="63698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DCT (akin to </a:t>
          </a:r>
          <a:r>
            <a:rPr lang="en-US" sz="1600" kern="1200" dirty="0" err="1"/>
            <a:t>iFFT</a:t>
          </a:r>
          <a:r>
            <a:rPr lang="en-US" sz="1600" kern="1200" dirty="0"/>
            <a:t>)</a:t>
          </a:r>
        </a:p>
      </dsp:txBody>
      <dsp:txXfrm>
        <a:off x="1884882" y="4798189"/>
        <a:ext cx="4358235" cy="599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15:56:53.123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24575,'66'75'0,"-1"0"0,1 0 0,0 0 0,-1 0 0,1 0 0,0 0 0,-1-1 0,1 1 0,0 0 0,0 0 0,-1 0 0,1 0 0,0 0 0,-1 0 0,1 0 0,0 0 0,-1 0 0,1 0 0,0 0 0,0 0 0,-1 0 0,1 0 0,0 0 0,-1 0 0,1 0 0,0 0 0,-1 0 0,1 0 0,0 0 0,0 0 0,-1 0 0,1 0 0,0 0 0,-1 0 0,1 0 0,0 0 0,-1 0 0,1 0 0,11 13 0,-9-10 0,-8-7 0,-4-6 0,-3-3 0,-1-2 0,1 2 0,3 2 0,5 6 0,7 8 0,8 10-24,-28-34 0,4 6 0,6 6 0,4 5 0,4 4 0,4 5 0,4 4 0,2 3 0,3 4 0,3 2 0,1 2 0,2 2 0,2 2 0,0 0 0,2 2 0,-1-1 0,0 1 0,0-2 0,-1 0 0,-1-1 0,-1-3 0,-3-1 0,-1-3 0,-3-3 0,-3-3 0,-3-5 0,-4-3 0,-4-5 0,-3-5 0,-6-5 0,-5-7 0,-5-5 0,-5-7 0,-7-7 0,-6-8 0,-6-7 0,-8-9 0,-7-8 0,-6-7 0,0-13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15:56:54.90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5322 1 24575,'-42'75'0,"0"0"0,-1 0 0,1 0 0,0 0 0,-1-1 0,-2 4 0,-1 1 0,-2 2 0,-1 2 0,-2 3 0,-2 2 0,-2 4 0,-2 2-71,13-21 1,-2 2 0,-1 2 0,-2 2-1,0 1 1,-2 2 0,0 2 0,-2 0 0,1 1-1,-1 1 1,0 0 0,-1 0 0,1 0-1,0 0 13,6-9 0,-1 1 0,-1 1 0,0 0 0,0 1 1,0 0-1,-1 1 0,0 0 0,0 0 0,0 0 0,0 0 1,-1 1-1,1-1 0,0 0 0,0 1 0,0-2 0,1 1 0,-1-1 0,0 0 0,1 0 0,-1 1 0,0-1 1,0 0-1,0 1 0,1-1 0,-1 0 0,0 1 0,1-1 1,-1 0-1,1 0 0,0-1 0,0 1 0,0 0 0,0-1-4,-1 3 1,0 1-1,-1 0 1,1 0-1,-1 1 1,1-1-1,0 1 1,0-1 0,0-1-1,1 0 1,0-1-1,1-2 1,0 0-1,1-1 1,1-2-1,1-1-28,-9 14 1,1-1-1,0-2 1,2-1 0,0-1-1,1-1 1,1-2 0,0-1-1,1-2 1,0-1-1,1-1-33,-7 10 0,1-1 0,0-1 0,1-3 0,2-1 0,0-4 0,2-2 0,1-3-74,-11 15 0,2-1 1,3-6-1,2-9 0,4-13-295,-14-1 0,7-16-492,-20 7 756,30-29 228,21-17 0,17-2 0,4-5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5209AB-CE13-044F-8E06-B2C9AA580BB2}" type="datetimeFigureOut">
              <a:rPr lang="en-US" smtClean="0"/>
              <a:t>9/10/25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5FB911-8C40-0744-863F-098B7E0F52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93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00BA5-FFA8-59D6-CD83-7CC042423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1AABE-1DB5-8512-AC00-F91326506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5E885-349B-B1BB-06F6-8069E4495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“…where sections with singing voice alternate with purely instrumental or percussive sections, MFCC-based feature representations are well suited for novelty-based and homogeneity-based segmentation.” – Muller p. </a:t>
            </a:r>
            <a:r>
              <a:rPr lang="en-US"/>
              <a:t>181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D35B9-89B7-1C90-D2DC-D6C879FDD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6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“…where sections with singing voice alternate with purely instrumental or percussive sections, MFCC-based feature representations are well suited for novelty-based and homogeneity-based segmentation.” – Muller p. </a:t>
            </a:r>
            <a:r>
              <a:rPr lang="en-US"/>
              <a:t>181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8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Singer “ah” on A3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96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Singer “ah” on A4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838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Singer “ah” on A4</a:t>
            </a:r>
          </a:p>
          <a:p>
            <a:endParaRPr lang="en-US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log amplitude spectrum contains many regularly spaced harmonics, then the Fourier analysis of the spectrum will give a peak corresponding to the spacing between the harmonics--that is equivalent to fundamental frequency. (</a:t>
            </a:r>
            <a:r>
              <a:rPr lang="en-US" dirty="0"/>
              <a:t>The </a:t>
            </a:r>
            <a:r>
              <a:rPr lang="en-US" dirty="0" err="1"/>
              <a:t>cepstrum’s</a:t>
            </a:r>
            <a:r>
              <a:rPr lang="en-US" dirty="0"/>
              <a:t> spike at T0T_0T0​ (≈ 4.5 </a:t>
            </a:r>
            <a:r>
              <a:rPr lang="en-US" dirty="0" err="1"/>
              <a:t>ms</a:t>
            </a:r>
            <a:r>
              <a:rPr lang="en-US" dirty="0"/>
              <a:t> here) is the </a:t>
            </a:r>
            <a:r>
              <a:rPr lang="en-US" i="1" dirty="0"/>
              <a:t>periodicity in the frequency domain</a:t>
            </a:r>
            <a:r>
              <a:rPr lang="en-US" dirty="0"/>
              <a:t> caused by harmonic spacing.)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Effectively we are using the spectrum of sound signal as another signal, and trying to calculate periodicity in the spectrum itself. The unit of x-axis of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cepstrum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quefrency, and peaks in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cepstrum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(relating to periodicities in the spectrum) are called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rahmonics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07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en-US" dirty="0" err="1"/>
              <a:t>H_m</a:t>
            </a:r>
            <a:r>
              <a:rPr lang="en-US" dirty="0"/>
              <a:t>[k] is the m-</a:t>
            </a:r>
            <a:r>
              <a:rPr lang="en-US" dirty="0" err="1"/>
              <a:t>th</a:t>
            </a:r>
            <a:r>
              <a:rPr lang="en-US" dirty="0"/>
              <a:t> triangular mel filter.</a:t>
            </a:r>
          </a:p>
          <a:p>
            <a:r>
              <a:rPr lang="en-US" dirty="0"/>
              <a:t>This gives us end output that is “</a:t>
            </a:r>
            <a:r>
              <a:rPr lang="en-US" dirty="0" err="1"/>
              <a:t>cepstrum</a:t>
            </a:r>
            <a:r>
              <a:rPr lang="en-US" dirty="0"/>
              <a:t>-like” but not actually on a quefrency domain (because of use of DCT and not </a:t>
            </a:r>
            <a:r>
              <a:rPr lang="en-US" dirty="0" err="1"/>
              <a:t>iFFT</a:t>
            </a:r>
            <a:r>
              <a:rPr lang="en-US" dirty="0"/>
              <a:t>; and because of the transformations that occur before that step.)</a:t>
            </a:r>
          </a:p>
          <a:p>
            <a:r>
              <a:rPr lang="en-US" dirty="0"/>
              <a:t>Output are simply the dot product of the summed log energies at each M and a cosine basis function!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87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8DD1C-830E-263E-D047-6CC912256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C66B7D-04B4-8439-84CF-77F0E19F9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34ED8-91A2-B341-9F97-2B4A62160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</a:t>
            </a:r>
            <a:r>
              <a:rPr lang="en-US" dirty="0" err="1"/>
              <a:t>H_m</a:t>
            </a:r>
            <a:r>
              <a:rPr lang="en-US" dirty="0"/>
              <a:t>[k] is the m-</a:t>
            </a:r>
            <a:r>
              <a:rPr lang="en-US" dirty="0" err="1"/>
              <a:t>th</a:t>
            </a:r>
            <a:r>
              <a:rPr lang="en-US" dirty="0"/>
              <a:t> triangular mel filter.</a:t>
            </a:r>
          </a:p>
          <a:p>
            <a:r>
              <a:rPr lang="en-US" dirty="0"/>
              <a:t>This gives us end output that is “</a:t>
            </a:r>
            <a:r>
              <a:rPr lang="en-US" dirty="0" err="1"/>
              <a:t>cepstrum</a:t>
            </a:r>
            <a:r>
              <a:rPr lang="en-US" dirty="0"/>
              <a:t>-like” but not actually on a quefrency domain (because of use of DCT and not </a:t>
            </a:r>
            <a:r>
              <a:rPr lang="en-US" dirty="0" err="1"/>
              <a:t>iFFT</a:t>
            </a:r>
            <a:r>
              <a:rPr lang="en-US" dirty="0"/>
              <a:t>; and because of the transformations that occur before that step.)</a:t>
            </a:r>
          </a:p>
          <a:p>
            <a:r>
              <a:rPr lang="en-US" dirty="0"/>
              <a:t>Output are simply the dot product of the summed log energies at each M and a cosine basis function!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49AF0-D4C1-BF32-8BCB-EC832B660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5FB911-8C40-0744-863F-098B7E0F526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42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5CD73-A936-3525-D168-7736C3BC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10D98-56AC-2479-AACB-7073FDDA2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DF3B7-3A64-41E1-8594-FFD2907E3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D4B12-1383-AD42-92AD-77DF7C3AFF50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61BBD-4401-485F-190D-A98E3BF6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AE45C-1BD0-2BD9-078C-EF7ABB5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3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7737A7BC-A701-C931-78B0-710547DEA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0"/>
          </a:blip>
          <a:srcRect t="4385" b="48947"/>
          <a:stretch/>
        </p:blipFill>
        <p:spPr>
          <a:xfrm>
            <a:off x="0" y="0"/>
            <a:ext cx="12192000" cy="16462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1A9918-6A8E-071E-1832-2B1BE0CB5515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0F202-A2B5-1F52-B239-EFF9F448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DDB86-D379-F460-FE0C-0E7815A50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6A0D3-3893-74C2-9FC4-AE58A8A1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176963"/>
            <a:ext cx="7010400" cy="681037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algn="l"/>
            <a:r>
              <a:rPr lang="en-US" dirty="0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4B2DC-3883-01BA-4B44-3C940F91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07479" y="6279119"/>
            <a:ext cx="1020921" cy="442356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6A096487-9F84-9248-ABAD-35D09817155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1AEFDCCA-5818-25F6-C79D-B13258DB2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784" y="6106002"/>
            <a:ext cx="2588895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0284B-1505-059C-4E86-07470FF3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6643A-91BA-C205-AB5C-9D56A899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1716C-8BE7-4144-6640-E2469CFC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02F25-D426-C543-9B23-205D2299CECD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9F8DF-AAFD-A424-EC7B-281EAAD21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5A4B5-89A5-8CBC-3476-A4C57613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0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E8BB3-28A3-A7FC-B2CE-79FEAC78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0496-02E4-0845-BAD0-DDB3A1F9E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CC4EF-4ED9-A2CB-A367-3B5205894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E1ABE-7B07-90DD-30B9-616BE312D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29AE0-DD93-284C-9C9F-51936DBCE396}" type="datetime1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7496C-916B-4D94-1656-B7239D33B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0B8C-5FBF-978F-5CD6-D9988E251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081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8422-2E90-E698-F3A2-53287F84F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45A94-F9A9-EC9C-AB5C-DF1B14C94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06938-0A3E-50E1-DF08-A745EFF24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81DAD-9171-E93D-5F7D-F34851FCE0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C279B-A01E-F93C-71E9-0A42CC2D3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1DA52-7302-B5F8-3F44-11A8BC005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C3AFD-D178-EE41-80F7-DC6EDDFDB254}" type="datetime1">
              <a:rPr lang="en-US" smtClean="0"/>
              <a:t>9/10/25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6ECA9-46C1-1831-B789-BF1F97412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8F16D8-0C07-732E-C0A9-3F3C37B1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44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0184-B174-6828-E23E-B03B4CEF6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9154B-F6A4-86EC-7FCE-E0618A17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360B4-C6F2-2746-AEAE-93CD670CBEEA}" type="datetime1">
              <a:rPr lang="en-US" smtClean="0"/>
              <a:t>9/10/25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8C3F6-1749-E4B2-64DE-84B3B35D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A66B3-4ECA-C278-30AB-571D57D7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04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97711-2F89-5898-C20A-5FF8FCF6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DF044-B807-1649-8A83-2DAF1C345290}" type="datetime1">
              <a:rPr lang="en-US" smtClean="0"/>
              <a:t>9/10/25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DF91B-B0ED-8C83-B58E-8ACAFDEE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2AB8B-FD07-CC0B-6221-CA08F063A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869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52C1-78E6-E979-1D0C-2D9F6F1F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EC336-6F0C-056C-9588-21DBE72BE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B36E-E619-E817-6BAC-AA1BB8AAF9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451BE-61C8-6F6D-0F0F-00CFBF6A8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E10E8-FEC3-224C-BEC8-D2B494C4B665}" type="datetime1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3603-AE57-7A85-2C95-9D4DD5027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C3055-F56A-4230-8427-F22E2620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F2F2-8C7A-54DB-E738-440EE6029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8082D-C588-0A24-3B48-DBE339C95E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A2C9B-7E14-CAAB-B99C-E907D6CD5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F2796-E8DA-A43E-85D0-49478141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F3156-90CC-C346-A118-874197777E80}" type="datetime1">
              <a:rPr lang="en-US" smtClean="0"/>
              <a:t>9/10/25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66EA5-3707-C2FC-828E-19CAC30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F18BA-543F-0585-BD77-A6D1CB716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59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B4AAA-DDEE-931C-D5BD-BF2617106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19534-BF98-74C0-9009-7C9F7591F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085AF-DD00-8B1E-835A-B675164F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926CA-4F64-3446-A1E2-D20833F95A9C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E58AC-AA8D-30FE-7162-B5B21D881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E5B78-4F8D-4D67-991F-37FD16E9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9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9D641-EE3D-8A52-801C-7D5B60B1B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962E2-E03E-856E-8782-FEA095CBB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B5918-BEC0-4F6D-EE90-89DE996CF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9FEDB-3B76-0A4D-848C-0B586EEDAA33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BB72E-005F-53D0-B94E-0A947CC5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72FB-9AEC-5A4F-6157-85584CB1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1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EF7DE5-201F-F2C6-0C14-75F496734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CDAD3-AD4F-06B8-9148-92661282A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66133-D25A-B5EC-7530-BDA51BEBD7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63B22-8BEB-9B48-8AD9-ED6DDFA1D91D}" type="datetime1">
              <a:rPr lang="en-US" smtClean="0"/>
              <a:t>9/10/25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C4EE8-903A-E548-4A2D-F025F61F4D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Topic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045F9-9087-2E0E-C9EC-58AA46F1D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96487-9F84-9248-ABAD-35D0981715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customXml" Target="../ink/ink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4.xml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10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21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21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20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lorful spectrum of equalizer&#10;&#10;Description automatically generated">
            <a:extLst>
              <a:ext uri="{FF2B5EF4-FFF2-40B4-BE49-F238E27FC236}">
                <a16:creationId xmlns:a16="http://schemas.microsoft.com/office/drawing/2014/main" id="{18654B00-653E-11D2-07C9-93786F65F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05912"/>
            <a:ext cx="12192000" cy="28209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C16661-6C75-1D2A-5269-D4A880F41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1"/>
            <a:ext cx="12090399" cy="1993113"/>
          </a:xfrm>
        </p:spPr>
        <p:txBody>
          <a:bodyPr/>
          <a:lstStyle/>
          <a:p>
            <a:pPr algn="l"/>
            <a:r>
              <a:rPr lang="en-US" dirty="0">
                <a:latin typeface="Century Gothic" panose="020B0502020202020204" pitchFamily="34" charset="0"/>
              </a:rPr>
              <a:t>  Computational Music Analysis:      </a:t>
            </a:r>
            <a:br>
              <a:rPr lang="en-US" dirty="0">
                <a:latin typeface="Century Gothic" panose="020B0502020202020204" pitchFamily="34" charset="0"/>
              </a:rPr>
            </a:br>
            <a:r>
              <a:rPr lang="en-US" dirty="0">
                <a:latin typeface="Century Gothic" panose="020B0502020202020204" pitchFamily="34" charset="0"/>
              </a:rPr>
              <a:t>  Audio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22C9D1-C445-DADC-1023-1FDAD6607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4209" y="1351971"/>
            <a:ext cx="9144000" cy="53954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entury Gothic" panose="020B0502020202020204" pitchFamily="34" charset="0"/>
              </a:rPr>
              <a:t>A.K.A. “Audio Content Analysis”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D9156-A9F0-C927-E33D-E700556DFC22}"/>
              </a:ext>
            </a:extLst>
          </p:cNvPr>
          <p:cNvSpPr txBox="1"/>
          <p:nvPr/>
        </p:nvSpPr>
        <p:spPr>
          <a:xfrm>
            <a:off x="326720" y="5742252"/>
            <a:ext cx="81419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Claire Arthur</a:t>
            </a:r>
          </a:p>
          <a:p>
            <a:r>
              <a:rPr lang="en-US" sz="2800" dirty="0">
                <a:solidFill>
                  <a:srgbClr val="002060"/>
                </a:solidFill>
                <a:latin typeface="Century Gothic" panose="020B0502020202020204" pitchFamily="34" charset="0"/>
              </a:rPr>
              <a:t>Noel </a:t>
            </a:r>
            <a:r>
              <a:rPr lang="en-US" sz="2800" dirty="0" err="1">
                <a:solidFill>
                  <a:srgbClr val="002060"/>
                </a:solidFill>
                <a:latin typeface="Century Gothic" panose="020B0502020202020204" pitchFamily="34" charset="0"/>
              </a:rPr>
              <a:t>Albën</a:t>
            </a:r>
            <a:endParaRPr lang="en-US" sz="2800" dirty="0">
              <a:solidFill>
                <a:srgbClr val="00206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C08F9358-A231-F7BB-9BEB-4ECB615E5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176" y="5742252"/>
            <a:ext cx="3168824" cy="10073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4F8731-5FB0-751B-5AB2-6FF696F33B69}"/>
              </a:ext>
            </a:extLst>
          </p:cNvPr>
          <p:cNvSpPr txBox="1"/>
          <p:nvPr/>
        </p:nvSpPr>
        <p:spPr>
          <a:xfrm>
            <a:off x="377521" y="2222278"/>
            <a:ext cx="5718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3.3. MFCCs</a:t>
            </a:r>
          </a:p>
        </p:txBody>
      </p:sp>
    </p:spTree>
    <p:extLst>
      <p:ext uri="{BB962C8B-B14F-4D97-AF65-F5344CB8AC3E}">
        <p14:creationId xmlns:p14="http://schemas.microsoft.com/office/powerpoint/2010/main" val="122948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8BA4-5254-6A4D-D484-FFCD35D1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 Frequency </a:t>
            </a:r>
            <a:r>
              <a:rPr lang="en-US" dirty="0" err="1"/>
              <a:t>Cepstrum</a:t>
            </a:r>
            <a:r>
              <a:rPr lang="en-US" dirty="0"/>
              <a:t>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BE87B-0373-C75A-0E73-EC45A346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Mel? </a:t>
            </a:r>
          </a:p>
          <a:p>
            <a:r>
              <a:rPr lang="en-US" dirty="0"/>
              <a:t>What the heck is a </a:t>
            </a:r>
            <a:r>
              <a:rPr lang="en-US" dirty="0" err="1"/>
              <a:t>Cepstrum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55B3F-06BE-F84B-5FA9-19D35B25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B103F-FD11-D619-8210-2F8299FD0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MFCCs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554F10-EEBB-4AEB-A76F-0E6A7E6A31B8}"/>
              </a:ext>
            </a:extLst>
          </p:cNvPr>
          <p:cNvGrpSpPr/>
          <p:nvPr/>
        </p:nvGrpSpPr>
        <p:grpSpPr>
          <a:xfrm>
            <a:off x="6224625" y="1825625"/>
            <a:ext cx="2064240" cy="3157405"/>
            <a:chOff x="6224625" y="1825625"/>
            <a:chExt cx="2064240" cy="3157405"/>
          </a:xfrm>
        </p:grpSpPr>
        <p:pic>
          <p:nvPicPr>
            <p:cNvPr id="9" name="Picture 8" descr="A person with blue eyes&#10;&#10;AI-generated content may be incorrect.">
              <a:extLst>
                <a:ext uri="{FF2B5EF4-FFF2-40B4-BE49-F238E27FC236}">
                  <a16:creationId xmlns:a16="http://schemas.microsoft.com/office/drawing/2014/main" id="{B0AFB072-ADFB-63C4-0AD1-68FFA5BED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15087" y="1825625"/>
              <a:ext cx="1773415" cy="2587625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DB22CC9-60C1-73A0-E8E4-C9BA1C830CA3}"/>
                </a:ext>
              </a:extLst>
            </p:cNvPr>
            <p:cNvGrpSpPr/>
            <p:nvPr/>
          </p:nvGrpSpPr>
          <p:grpSpPr>
            <a:xfrm>
              <a:off x="6224625" y="1838430"/>
              <a:ext cx="2064240" cy="3144600"/>
              <a:chOff x="6224625" y="1838430"/>
              <a:chExt cx="2064240" cy="31446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C72032CB-5605-1392-4A1D-53B9E5D419D1}"/>
                      </a:ext>
                    </a:extLst>
                  </p14:cNvPr>
                  <p14:cNvContentPartPr/>
                  <p14:nvPr/>
                </p14:nvContentPartPr>
                <p14:xfrm>
                  <a:off x="6224625" y="1838430"/>
                  <a:ext cx="2064240" cy="2347200"/>
                </p14:xfrm>
              </p:contentPart>
            </mc:Choice>
            <mc:Fallback>
              <p:pic>
                <p:nvPicPr>
                  <p:cNvPr id="10" name="Ink 9">
                    <a:extLst>
                      <a:ext uri="{FF2B5EF4-FFF2-40B4-BE49-F238E27FC236}">
                        <a16:creationId xmlns:a16="http://schemas.microsoft.com/office/drawing/2014/main" id="{C72032CB-5605-1392-4A1D-53B9E5D419D1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61985" y="1775790"/>
                    <a:ext cx="2189880" cy="2472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430D7B52-4761-DE4B-D345-FA1385F1E785}"/>
                      </a:ext>
                    </a:extLst>
                  </p14:cNvPr>
                  <p14:cNvContentPartPr/>
                  <p14:nvPr/>
                </p14:nvContentPartPr>
                <p14:xfrm>
                  <a:off x="6297345" y="1964070"/>
                  <a:ext cx="1916280" cy="3018960"/>
                </p14:xfrm>
              </p:contentPart>
            </mc:Choice>
            <mc:Fallback>
              <p:pic>
                <p:nvPicPr>
                  <p:cNvPr id="11" name="Ink 10">
                    <a:extLst>
                      <a:ext uri="{FF2B5EF4-FFF2-40B4-BE49-F238E27FC236}">
                        <a16:creationId xmlns:a16="http://schemas.microsoft.com/office/drawing/2014/main" id="{430D7B52-4761-DE4B-D345-FA1385F1E78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6234345" y="1901430"/>
                    <a:ext cx="2041920" cy="31446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74468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E768B-9C4C-125D-043B-3B12EADDD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 Frequency </a:t>
            </a:r>
            <a:r>
              <a:rPr lang="en-US" dirty="0" err="1"/>
              <a:t>Cepstrum</a:t>
            </a:r>
            <a:r>
              <a:rPr lang="en-US" dirty="0"/>
              <a:t>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4A1B-3B5D-9C4D-AB85-52F62406B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statistical representation of a bunch of transformations on the spectrum (i.e. VERY ABSTRACT, but very useful!)</a:t>
            </a:r>
          </a:p>
          <a:p>
            <a:r>
              <a:rPr lang="en-US" dirty="0"/>
              <a:t>Helps to understand:</a:t>
            </a:r>
          </a:p>
          <a:p>
            <a:pPr lvl="1"/>
            <a:r>
              <a:rPr lang="en-US" dirty="0"/>
              <a:t>What is a </a:t>
            </a:r>
            <a:r>
              <a:rPr lang="en-US" dirty="0" err="1"/>
              <a:t>Cepstrum</a:t>
            </a:r>
            <a:endParaRPr lang="en-US" dirty="0"/>
          </a:p>
          <a:p>
            <a:pPr lvl="1"/>
            <a:r>
              <a:rPr lang="en-US" dirty="0"/>
              <a:t>What is a “Mel” (or Mel Frequency)</a:t>
            </a:r>
          </a:p>
          <a:p>
            <a:r>
              <a:rPr lang="en-US" dirty="0"/>
              <a:t>Knowing how this complex feature is constructed “keeps us honest” </a:t>
            </a:r>
          </a:p>
          <a:p>
            <a:r>
              <a:rPr lang="en-US" dirty="0"/>
              <a:t>Feature heavily “engineered”/modified by use case (knowledge required)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758AE-E27D-60EB-6584-C94476203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1DB7F-ECFC-FC5A-6BD6-693FD82A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7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FA55-3E65-0A44-3094-B9ADD2C4D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FA0CE-EF9C-2EE7-E12E-82B31392B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Cepstrum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8523F-42B6-4991-08A3-A31EC150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</a:t>
            </a:r>
            <a:r>
              <a:rPr lang="en-US" dirty="0" err="1"/>
              <a:t>cepstrum</a:t>
            </a:r>
            <a:r>
              <a:rPr lang="en-US" dirty="0"/>
              <a:t> exposes periodicity (patterns) in the </a:t>
            </a:r>
            <a:r>
              <a:rPr lang="en-US" i="1" dirty="0"/>
              <a:t>spectral </a:t>
            </a:r>
            <a:r>
              <a:rPr lang="en-US" dirty="0"/>
              <a:t>domain. </a:t>
            </a:r>
          </a:p>
          <a:p>
            <a:pPr lvl="1"/>
            <a:r>
              <a:rPr lang="en-US" dirty="0"/>
              <a:t>Process:</a:t>
            </a:r>
          </a:p>
          <a:p>
            <a:pPr marL="457200" lvl="1" indent="0">
              <a:buNone/>
            </a:pPr>
            <a:r>
              <a:rPr lang="en-US" dirty="0"/>
              <a:t>	Waveform 		log(magnitude spectrum)	       </a:t>
            </a:r>
            <a:r>
              <a:rPr lang="en-US" dirty="0" err="1"/>
              <a:t>iFFT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	(effectively a </a:t>
            </a:r>
            <a:r>
              <a:rPr lang="en-US" dirty="0" err="1"/>
              <a:t>fourier</a:t>
            </a:r>
            <a:r>
              <a:rPr lang="en-US" dirty="0"/>
              <a:t> transform </a:t>
            </a:r>
            <a:r>
              <a:rPr lang="en-US" i="1" dirty="0"/>
              <a:t>of </a:t>
            </a:r>
            <a:r>
              <a:rPr lang="en-US" dirty="0"/>
              <a:t>a </a:t>
            </a:r>
            <a:r>
              <a:rPr lang="en-US" dirty="0" err="1"/>
              <a:t>fourier</a:t>
            </a:r>
            <a:r>
              <a:rPr lang="en-US" dirty="0"/>
              <a:t> transform!)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Normally:</a:t>
            </a:r>
          </a:p>
          <a:p>
            <a:pPr lvl="2"/>
            <a:r>
              <a:rPr lang="en-US" dirty="0"/>
              <a:t>Waveform -&gt; DFT -&gt; </a:t>
            </a:r>
            <a:r>
              <a:rPr lang="en-US" dirty="0" err="1"/>
              <a:t>iFFT</a:t>
            </a:r>
            <a:r>
              <a:rPr lang="en-US" dirty="0"/>
              <a:t> gets us back to a </a:t>
            </a:r>
            <a:r>
              <a:rPr lang="en-US" i="1" dirty="0"/>
              <a:t>time representation </a:t>
            </a:r>
            <a:r>
              <a:rPr lang="en-US" dirty="0"/>
              <a:t>(i.e. waveform)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Here:</a:t>
            </a:r>
          </a:p>
          <a:p>
            <a:pPr lvl="2"/>
            <a:r>
              <a:rPr lang="en-US" dirty="0"/>
              <a:t>Keep only magnitude info (no phase);</a:t>
            </a:r>
          </a:p>
          <a:p>
            <a:pPr lvl="2"/>
            <a:r>
              <a:rPr lang="en-US" dirty="0"/>
              <a:t>Log transformation of magnitude spectrum</a:t>
            </a:r>
          </a:p>
          <a:p>
            <a:pPr lvl="2"/>
            <a:r>
              <a:rPr lang="en-US" dirty="0" err="1"/>
              <a:t>iFFT</a:t>
            </a:r>
            <a:r>
              <a:rPr lang="en-US" dirty="0"/>
              <a:t>: What we get back is NOT time domain but: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EA881A-7B11-ED35-EAF8-7BEF0E174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8719-5B94-F119-1113-3E6FB98ED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DB866B-653D-9B3F-22A9-0B02077F8A6C}"/>
              </a:ext>
            </a:extLst>
          </p:cNvPr>
          <p:cNvCxnSpPr/>
          <p:nvPr/>
        </p:nvCxnSpPr>
        <p:spPr>
          <a:xfrm>
            <a:off x="3671888" y="2822061"/>
            <a:ext cx="37147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FD2DFF-51E7-6960-B5E5-F7BB85640244}"/>
              </a:ext>
            </a:extLst>
          </p:cNvPr>
          <p:cNvCxnSpPr/>
          <p:nvPr/>
        </p:nvCxnSpPr>
        <p:spPr>
          <a:xfrm>
            <a:off x="8153401" y="2822061"/>
            <a:ext cx="37147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F69C5B9-32B5-654D-1C8B-A54670C227F0}"/>
              </a:ext>
            </a:extLst>
          </p:cNvPr>
          <p:cNvSpPr txBox="1"/>
          <p:nvPr/>
        </p:nvSpPr>
        <p:spPr>
          <a:xfrm>
            <a:off x="7848600" y="5543311"/>
            <a:ext cx="2458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Wait for it….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7FD2F5-C125-B0CE-1232-E7283094EC75}"/>
              </a:ext>
            </a:extLst>
          </p:cNvPr>
          <p:cNvGrpSpPr/>
          <p:nvPr/>
        </p:nvGrpSpPr>
        <p:grpSpPr>
          <a:xfrm>
            <a:off x="7848600" y="4375943"/>
            <a:ext cx="3601879" cy="1536700"/>
            <a:chOff x="7848600" y="4375943"/>
            <a:chExt cx="3601879" cy="153670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9432E3B-65C7-894A-9C5B-10BEF2BCF80E}"/>
                </a:ext>
              </a:extLst>
            </p:cNvPr>
            <p:cNvSpPr txBox="1"/>
            <p:nvPr/>
          </p:nvSpPr>
          <p:spPr>
            <a:xfrm>
              <a:off x="7848600" y="5543311"/>
              <a:ext cx="2781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4"/>
                  </a:solidFill>
                </a:rPr>
                <a:t>quefrency</a:t>
              </a:r>
              <a:r>
                <a:rPr lang="en-US" dirty="0"/>
                <a:t> domain</a:t>
              </a:r>
            </a:p>
          </p:txBody>
        </p:sp>
        <p:pic>
          <p:nvPicPr>
            <p:cNvPr id="13" name="Picture 12" descr="A person in a suit holding his hand to his eyes&#10;&#10;AI-generated content may be incorrect.">
              <a:extLst>
                <a:ext uri="{FF2B5EF4-FFF2-40B4-BE49-F238E27FC236}">
                  <a16:creationId xmlns:a16="http://schemas.microsoft.com/office/drawing/2014/main" id="{BC40ADFB-509C-AAE8-3DAB-625754DED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8379" y="4375943"/>
              <a:ext cx="1562100" cy="1536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36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F409-8CBD-0A1C-F18F-36CAFB16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Cepstrum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A72AC-8ED4-EE94-C105-39728FB98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1963, Bogert, Healy, and Tukey introduced the </a:t>
            </a:r>
            <a:r>
              <a:rPr lang="en-US" b="1" dirty="0" err="1"/>
              <a:t>cepstrum</a:t>
            </a:r>
            <a:r>
              <a:rPr lang="en-US" dirty="0"/>
              <a:t>. (And everyone has been confused ever since).</a:t>
            </a:r>
          </a:p>
          <a:p>
            <a:pPr lvl="1"/>
            <a:r>
              <a:rPr lang="en-US" dirty="0"/>
              <a:t>They deliberately made it tongue-in-cheek:</a:t>
            </a:r>
          </a:p>
          <a:p>
            <a:pPr marL="914400" lvl="2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spec</a:t>
            </a:r>
            <a:r>
              <a:rPr lang="en-US" b="1" dirty="0">
                <a:solidFill>
                  <a:schemeClr val="accent4"/>
                </a:solidFill>
              </a:rPr>
              <a:t>trum </a:t>
            </a:r>
            <a:r>
              <a:rPr lang="en-US" b="1" dirty="0"/>
              <a:t>→</a:t>
            </a:r>
            <a:r>
              <a:rPr lang="en-US" b="1" dirty="0">
                <a:solidFill>
                  <a:schemeClr val="accent4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ceps</a:t>
            </a:r>
            <a:r>
              <a:rPr lang="en-US" b="1" dirty="0" err="1">
                <a:solidFill>
                  <a:schemeClr val="accent4"/>
                </a:solidFill>
              </a:rPr>
              <a:t>trum</a:t>
            </a:r>
            <a:endParaRPr lang="en-US" dirty="0">
              <a:solidFill>
                <a:schemeClr val="accent4"/>
              </a:solidFill>
            </a:endParaRPr>
          </a:p>
          <a:p>
            <a:pPr marL="914400" lvl="2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freq</a:t>
            </a:r>
            <a:r>
              <a:rPr lang="en-US" b="1" dirty="0">
                <a:solidFill>
                  <a:schemeClr val="accent4"/>
                </a:solidFill>
              </a:rPr>
              <a:t>uency </a:t>
            </a:r>
            <a:r>
              <a:rPr lang="en-US" b="1" dirty="0"/>
              <a:t>→</a:t>
            </a:r>
            <a:r>
              <a:rPr lang="en-US" b="1" dirty="0">
                <a:solidFill>
                  <a:schemeClr val="accent4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quef</a:t>
            </a:r>
            <a:r>
              <a:rPr lang="en-US" b="1" dirty="0">
                <a:solidFill>
                  <a:schemeClr val="accent4"/>
                </a:solidFill>
              </a:rPr>
              <a:t>rency</a:t>
            </a:r>
          </a:p>
          <a:p>
            <a:pPr marL="914400" lvl="2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har</a:t>
            </a:r>
            <a:r>
              <a:rPr lang="en-US" b="1" dirty="0">
                <a:solidFill>
                  <a:schemeClr val="accent4"/>
                </a:solidFill>
              </a:rPr>
              <a:t>monic </a:t>
            </a:r>
            <a:r>
              <a:rPr lang="en-US" b="1" dirty="0"/>
              <a:t>→</a:t>
            </a:r>
            <a:r>
              <a:rPr lang="en-US" b="1" dirty="0">
                <a:solidFill>
                  <a:schemeClr val="accent4"/>
                </a:solidFill>
              </a:rPr>
              <a:t> </a:t>
            </a:r>
            <a:r>
              <a:rPr lang="en-US" b="1" dirty="0" err="1">
                <a:solidFill>
                  <a:schemeClr val="accent1"/>
                </a:solidFill>
              </a:rPr>
              <a:t>rah</a:t>
            </a:r>
            <a:r>
              <a:rPr lang="en-US" b="1" dirty="0" err="1">
                <a:solidFill>
                  <a:schemeClr val="accent4"/>
                </a:solidFill>
              </a:rPr>
              <a:t>monic</a:t>
            </a:r>
            <a:r>
              <a:rPr lang="en-US" b="1" dirty="0">
                <a:solidFill>
                  <a:schemeClr val="accent4"/>
                </a:solidFill>
              </a:rPr>
              <a:t>   </a:t>
            </a:r>
            <a:endParaRPr lang="en-US" dirty="0">
              <a:solidFill>
                <a:schemeClr val="accent4"/>
              </a:solidFill>
            </a:endParaRPr>
          </a:p>
          <a:p>
            <a:pPr marL="914400" lvl="2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fil</a:t>
            </a:r>
            <a:r>
              <a:rPr lang="en-US" b="1" dirty="0">
                <a:solidFill>
                  <a:schemeClr val="accent4"/>
                </a:solidFill>
              </a:rPr>
              <a:t>ter </a:t>
            </a:r>
            <a:r>
              <a:rPr lang="en-US" b="1" dirty="0"/>
              <a:t>→</a:t>
            </a:r>
            <a:r>
              <a:rPr lang="en-US" b="1" dirty="0">
                <a:solidFill>
                  <a:schemeClr val="accent4"/>
                </a:solidFill>
              </a:rPr>
              <a:t> </a:t>
            </a:r>
            <a:r>
              <a:rPr lang="en-US" b="1" dirty="0">
                <a:solidFill>
                  <a:schemeClr val="accent1"/>
                </a:solidFill>
              </a:rPr>
              <a:t>lif</a:t>
            </a:r>
            <a:r>
              <a:rPr lang="en-US" b="1" dirty="0">
                <a:solidFill>
                  <a:schemeClr val="accent4"/>
                </a:solidFill>
              </a:rPr>
              <a:t>ter</a:t>
            </a:r>
            <a:endParaRPr lang="en-US" dirty="0">
              <a:solidFill>
                <a:schemeClr val="accent4"/>
              </a:solidFill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A93DED-167B-B26B-C4EC-C6FCA2455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67304A-B6D8-9872-C90A-C55B1A3E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17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5BAE-2299-02EC-5E92-6DE3CE1C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Cepstrum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0D2A-C867-A991-CC6E-4126394D4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169"/>
            <a:ext cx="10515600" cy="4351338"/>
          </a:xfrm>
        </p:spPr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0562D-6E69-D3E8-1018-362DA900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74A86-EC3F-8031-A0F3-E7D8842F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vowels1_ah.wav">
            <a:hlinkClick r:id="" action="ppaction://media"/>
            <a:extLst>
              <a:ext uri="{FF2B5EF4-FFF2-40B4-BE49-F238E27FC236}">
                <a16:creationId xmlns:a16="http://schemas.microsoft.com/office/drawing/2014/main" id="{9E536C3D-BA5A-69C5-02E8-F5A55B9C21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638" y="681037"/>
            <a:ext cx="812800" cy="812800"/>
          </a:xfrm>
          <a:prstGeom prst="rect">
            <a:avLst/>
          </a:prstGeom>
        </p:spPr>
      </p:pic>
      <p:pic>
        <p:nvPicPr>
          <p:cNvPr id="10" name="Picture 9" descr="A blue sound waveform with white text&#10;&#10;AI-generated content may be incorrect.">
            <a:extLst>
              <a:ext uri="{FF2B5EF4-FFF2-40B4-BE49-F238E27FC236}">
                <a16:creationId xmlns:a16="http://schemas.microsoft.com/office/drawing/2014/main" id="{80BB6151-8985-00F9-5909-3B6F85969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216944"/>
            <a:ext cx="5092700" cy="35687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8EB9FF5-A27F-2E3F-8A29-AEA867BA3D4A}"/>
              </a:ext>
            </a:extLst>
          </p:cNvPr>
          <p:cNvGrpSpPr/>
          <p:nvPr/>
        </p:nvGrpSpPr>
        <p:grpSpPr>
          <a:xfrm>
            <a:off x="11424082" y="2190050"/>
            <a:ext cx="1236663" cy="396227"/>
            <a:chOff x="11424082" y="2190050"/>
            <a:chExt cx="1236663" cy="39622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131D108-56D4-D821-9094-FDA1994DBDAE}"/>
                </a:ext>
              </a:extLst>
            </p:cNvPr>
            <p:cNvCxnSpPr/>
            <p:nvPr/>
          </p:nvCxnSpPr>
          <p:spPr>
            <a:xfrm>
              <a:off x="11424082" y="25862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ECB98D-36B7-B941-EF22-3A99B60E4797}"/>
                </a:ext>
              </a:extLst>
            </p:cNvPr>
            <p:cNvSpPr txBox="1"/>
            <p:nvPr/>
          </p:nvSpPr>
          <p:spPr>
            <a:xfrm>
              <a:off x="11574895" y="2190050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5B7434-0838-096A-9EA9-654F0BEFC1A1}"/>
              </a:ext>
            </a:extLst>
          </p:cNvPr>
          <p:cNvGrpSpPr/>
          <p:nvPr/>
        </p:nvGrpSpPr>
        <p:grpSpPr>
          <a:xfrm>
            <a:off x="5143497" y="2359444"/>
            <a:ext cx="1236663" cy="369333"/>
            <a:chOff x="5143497" y="2359444"/>
            <a:chExt cx="1236663" cy="36933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382CCBC-5BBA-36E0-9337-6D860F357EF0}"/>
                </a:ext>
              </a:extLst>
            </p:cNvPr>
            <p:cNvCxnSpPr/>
            <p:nvPr/>
          </p:nvCxnSpPr>
          <p:spPr>
            <a:xfrm>
              <a:off x="5143497" y="27287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5FA6CF-582C-68A0-CB65-78FA1EE76C38}"/>
                </a:ext>
              </a:extLst>
            </p:cNvPr>
            <p:cNvSpPr txBox="1"/>
            <p:nvPr/>
          </p:nvSpPr>
          <p:spPr>
            <a:xfrm>
              <a:off x="5294310" y="2359444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DFT</a:t>
              </a:r>
            </a:p>
          </p:txBody>
        </p:sp>
      </p:grpSp>
      <p:pic>
        <p:nvPicPr>
          <p:cNvPr id="35" name="Picture 34" descr="A graph of a graph showing the frequency of a wave&#10;&#10;AI-generated content may be incorrect.">
            <a:extLst>
              <a:ext uri="{FF2B5EF4-FFF2-40B4-BE49-F238E27FC236}">
                <a16:creationId xmlns:a16="http://schemas.microsoft.com/office/drawing/2014/main" id="{6520824B-F103-A966-149E-535D19219A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347" y="2755671"/>
            <a:ext cx="5475288" cy="2964462"/>
          </a:xfrm>
          <a:prstGeom prst="rect">
            <a:avLst/>
          </a:prstGeom>
        </p:spPr>
      </p:pic>
      <p:pic>
        <p:nvPicPr>
          <p:cNvPr id="39" name="Picture 38" descr="A graph showing a graph of a power spectrum&#10;&#10;AI-generated content may be incorrect.">
            <a:extLst>
              <a:ext uri="{FF2B5EF4-FFF2-40B4-BE49-F238E27FC236}">
                <a16:creationId xmlns:a16="http://schemas.microsoft.com/office/drawing/2014/main" id="{395B1C4E-08E7-7CE8-4203-18B5C48A68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0745" y="2755671"/>
            <a:ext cx="4753027" cy="26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6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45BAE-2299-02EC-5E92-6DE3CE1C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Cepstrum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0D2A-C867-A991-CC6E-4126394D4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169"/>
            <a:ext cx="10515600" cy="4351338"/>
          </a:xfrm>
        </p:spPr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0562D-6E69-D3E8-1018-362DA900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74A86-EC3F-8031-A0F3-E7D8842F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vowels1_ah.wav">
            <a:hlinkClick r:id="" action="ppaction://media"/>
            <a:extLst>
              <a:ext uri="{FF2B5EF4-FFF2-40B4-BE49-F238E27FC236}">
                <a16:creationId xmlns:a16="http://schemas.microsoft.com/office/drawing/2014/main" id="{9E536C3D-BA5A-69C5-02E8-F5A55B9C21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275638" y="681037"/>
            <a:ext cx="812800" cy="812800"/>
          </a:xfrm>
          <a:prstGeom prst="rect">
            <a:avLst/>
          </a:prstGeom>
        </p:spPr>
      </p:pic>
      <p:pic>
        <p:nvPicPr>
          <p:cNvPr id="10" name="Picture 9" descr="A blue sound waveform with white text&#10;&#10;AI-generated content may be incorrect.">
            <a:extLst>
              <a:ext uri="{FF2B5EF4-FFF2-40B4-BE49-F238E27FC236}">
                <a16:creationId xmlns:a16="http://schemas.microsoft.com/office/drawing/2014/main" id="{80BB6151-8985-00F9-5909-3B6F85969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188139" y="2216944"/>
            <a:ext cx="5092700" cy="35687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8EB9FF5-A27F-2E3F-8A29-AEA867BA3D4A}"/>
              </a:ext>
            </a:extLst>
          </p:cNvPr>
          <p:cNvGrpSpPr/>
          <p:nvPr/>
        </p:nvGrpSpPr>
        <p:grpSpPr>
          <a:xfrm>
            <a:off x="5235943" y="2190050"/>
            <a:ext cx="1236663" cy="396227"/>
            <a:chOff x="11424082" y="2190050"/>
            <a:chExt cx="1236663" cy="39622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131D108-56D4-D821-9094-FDA1994DBDAE}"/>
                </a:ext>
              </a:extLst>
            </p:cNvPr>
            <p:cNvCxnSpPr/>
            <p:nvPr/>
          </p:nvCxnSpPr>
          <p:spPr>
            <a:xfrm>
              <a:off x="11424082" y="25862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ECB98D-36B7-B941-EF22-3A99B60E4797}"/>
                </a:ext>
              </a:extLst>
            </p:cNvPr>
            <p:cNvSpPr txBox="1"/>
            <p:nvPr/>
          </p:nvSpPr>
          <p:spPr>
            <a:xfrm>
              <a:off x="11574895" y="2190050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5B7434-0838-096A-9EA9-654F0BEFC1A1}"/>
              </a:ext>
            </a:extLst>
          </p:cNvPr>
          <p:cNvGrpSpPr/>
          <p:nvPr/>
        </p:nvGrpSpPr>
        <p:grpSpPr>
          <a:xfrm>
            <a:off x="-1044642" y="2359444"/>
            <a:ext cx="1236663" cy="369333"/>
            <a:chOff x="5143497" y="2359444"/>
            <a:chExt cx="1236663" cy="36933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382CCBC-5BBA-36E0-9337-6D860F357EF0}"/>
                </a:ext>
              </a:extLst>
            </p:cNvPr>
            <p:cNvCxnSpPr/>
            <p:nvPr/>
          </p:nvCxnSpPr>
          <p:spPr>
            <a:xfrm>
              <a:off x="5143497" y="27287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5FA6CF-582C-68A0-CB65-78FA1EE76C38}"/>
                </a:ext>
              </a:extLst>
            </p:cNvPr>
            <p:cNvSpPr txBox="1"/>
            <p:nvPr/>
          </p:nvSpPr>
          <p:spPr>
            <a:xfrm>
              <a:off x="5294310" y="2359444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DFT</a:t>
              </a:r>
            </a:p>
          </p:txBody>
        </p:sp>
      </p:grpSp>
      <p:pic>
        <p:nvPicPr>
          <p:cNvPr id="35" name="Picture 34" descr="A graph of a graph showing the frequency of a wave&#10;&#10;AI-generated content may be incorrect.">
            <a:extLst>
              <a:ext uri="{FF2B5EF4-FFF2-40B4-BE49-F238E27FC236}">
                <a16:creationId xmlns:a16="http://schemas.microsoft.com/office/drawing/2014/main" id="{6520824B-F103-A966-149E-535D19219A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08" y="2755671"/>
            <a:ext cx="5475288" cy="2964462"/>
          </a:xfrm>
          <a:prstGeom prst="rect">
            <a:avLst/>
          </a:prstGeom>
        </p:spPr>
      </p:pic>
      <p:pic>
        <p:nvPicPr>
          <p:cNvPr id="39" name="Picture 38" descr="A graph showing a graph of a power spectrum&#10;&#10;AI-generated content may be incorrect.">
            <a:extLst>
              <a:ext uri="{FF2B5EF4-FFF2-40B4-BE49-F238E27FC236}">
                <a16:creationId xmlns:a16="http://schemas.microsoft.com/office/drawing/2014/main" id="{395B1C4E-08E7-7CE8-4203-18B5C48A68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2606" y="2755671"/>
            <a:ext cx="4753027" cy="262913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D5E4B4D-E8A0-0267-9F67-974C11EA435B}"/>
              </a:ext>
            </a:extLst>
          </p:cNvPr>
          <p:cNvGrpSpPr/>
          <p:nvPr/>
        </p:nvGrpSpPr>
        <p:grpSpPr>
          <a:xfrm>
            <a:off x="10914129" y="2147883"/>
            <a:ext cx="1236663" cy="396227"/>
            <a:chOff x="11424082" y="2190050"/>
            <a:chExt cx="1236663" cy="39622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76E15B8-B754-09C9-406B-9B26D4BB84B6}"/>
                </a:ext>
              </a:extLst>
            </p:cNvPr>
            <p:cNvCxnSpPr/>
            <p:nvPr/>
          </p:nvCxnSpPr>
          <p:spPr>
            <a:xfrm>
              <a:off x="11424082" y="25862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92AD49-232D-274F-9778-A1A8AEF40394}"/>
                </a:ext>
              </a:extLst>
            </p:cNvPr>
            <p:cNvSpPr txBox="1"/>
            <p:nvPr/>
          </p:nvSpPr>
          <p:spPr>
            <a:xfrm>
              <a:off x="11574895" y="2190050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iFFT</a:t>
              </a:r>
              <a:endParaRPr lang="en-US" dirty="0"/>
            </a:p>
          </p:txBody>
        </p:sp>
      </p:grpSp>
      <p:pic>
        <p:nvPicPr>
          <p:cNvPr id="12" name="Picture 11" descr="A graph showing a number of signals&#10;&#10;AI-generated content may be incorrect.">
            <a:extLst>
              <a:ext uri="{FF2B5EF4-FFF2-40B4-BE49-F238E27FC236}">
                <a16:creationId xmlns:a16="http://schemas.microsoft.com/office/drawing/2014/main" id="{61F87F0B-2D96-3252-BF48-82D60E1E61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81743" y="2563920"/>
            <a:ext cx="5845000" cy="325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600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graph showing a number of signals&#10;&#10;AI-generated content may be incorrect.">
            <a:extLst>
              <a:ext uri="{FF2B5EF4-FFF2-40B4-BE49-F238E27FC236}">
                <a16:creationId xmlns:a16="http://schemas.microsoft.com/office/drawing/2014/main" id="{61F87F0B-2D96-3252-BF48-82D60E1E61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206" y="2563920"/>
            <a:ext cx="5845000" cy="3252367"/>
          </a:xfrm>
          <a:prstGeom prst="rect">
            <a:avLst/>
          </a:prstGeom>
        </p:spPr>
      </p:pic>
      <p:pic>
        <p:nvPicPr>
          <p:cNvPr id="39" name="Picture 38" descr="A graph showing a graph of a power spectrum&#10;&#10;AI-generated content may be incorrect.">
            <a:extLst>
              <a:ext uri="{FF2B5EF4-FFF2-40B4-BE49-F238E27FC236}">
                <a16:creationId xmlns:a16="http://schemas.microsoft.com/office/drawing/2014/main" id="{395B1C4E-08E7-7CE8-4203-18B5C48A68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069" y="2755671"/>
            <a:ext cx="4753027" cy="26291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345BAE-2299-02EC-5E92-6DE3CE1C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Cepstrum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40D2A-C867-A991-CC6E-4126394D4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4169"/>
            <a:ext cx="10515600" cy="4351338"/>
          </a:xfrm>
        </p:spPr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10562D-6E69-D3E8-1018-362DA900A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74A86-EC3F-8031-A0F3-E7D8842F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vowels1_ah.wav">
            <a:hlinkClick r:id="" action="ppaction://media"/>
            <a:extLst>
              <a:ext uri="{FF2B5EF4-FFF2-40B4-BE49-F238E27FC236}">
                <a16:creationId xmlns:a16="http://schemas.microsoft.com/office/drawing/2014/main" id="{9E536C3D-BA5A-69C5-02E8-F5A55B9C21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275638" y="681037"/>
            <a:ext cx="812800" cy="812800"/>
          </a:xfrm>
          <a:prstGeom prst="rect">
            <a:avLst/>
          </a:prstGeom>
        </p:spPr>
      </p:pic>
      <p:pic>
        <p:nvPicPr>
          <p:cNvPr id="10" name="Picture 9" descr="A blue sound waveform with white text&#10;&#10;AI-generated content may be incorrect.">
            <a:extLst>
              <a:ext uri="{FF2B5EF4-FFF2-40B4-BE49-F238E27FC236}">
                <a16:creationId xmlns:a16="http://schemas.microsoft.com/office/drawing/2014/main" id="{80BB6151-8985-00F9-5909-3B6F85969A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327676" y="2216944"/>
            <a:ext cx="5092700" cy="35687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8EB9FF5-A27F-2E3F-8A29-AEA867BA3D4A}"/>
              </a:ext>
            </a:extLst>
          </p:cNvPr>
          <p:cNvGrpSpPr/>
          <p:nvPr/>
        </p:nvGrpSpPr>
        <p:grpSpPr>
          <a:xfrm>
            <a:off x="-903594" y="2190050"/>
            <a:ext cx="1236663" cy="396227"/>
            <a:chOff x="11424082" y="2190050"/>
            <a:chExt cx="1236663" cy="396227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131D108-56D4-D821-9094-FDA1994DBDAE}"/>
                </a:ext>
              </a:extLst>
            </p:cNvPr>
            <p:cNvCxnSpPr/>
            <p:nvPr/>
          </p:nvCxnSpPr>
          <p:spPr>
            <a:xfrm>
              <a:off x="11424082" y="25862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ECB98D-36B7-B941-EF22-3A99B60E4797}"/>
                </a:ext>
              </a:extLst>
            </p:cNvPr>
            <p:cNvSpPr txBox="1"/>
            <p:nvPr/>
          </p:nvSpPr>
          <p:spPr>
            <a:xfrm>
              <a:off x="11574895" y="2190050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log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5B7434-0838-096A-9EA9-654F0BEFC1A1}"/>
              </a:ext>
            </a:extLst>
          </p:cNvPr>
          <p:cNvGrpSpPr/>
          <p:nvPr/>
        </p:nvGrpSpPr>
        <p:grpSpPr>
          <a:xfrm>
            <a:off x="-7184179" y="2359444"/>
            <a:ext cx="1236663" cy="369333"/>
            <a:chOff x="5143497" y="2359444"/>
            <a:chExt cx="1236663" cy="369333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382CCBC-5BBA-36E0-9337-6D860F357EF0}"/>
                </a:ext>
              </a:extLst>
            </p:cNvPr>
            <p:cNvCxnSpPr/>
            <p:nvPr/>
          </p:nvCxnSpPr>
          <p:spPr>
            <a:xfrm>
              <a:off x="5143497" y="27287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5FA6CF-582C-68A0-CB65-78FA1EE76C38}"/>
                </a:ext>
              </a:extLst>
            </p:cNvPr>
            <p:cNvSpPr txBox="1"/>
            <p:nvPr/>
          </p:nvSpPr>
          <p:spPr>
            <a:xfrm>
              <a:off x="5294310" y="2359444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DFT</a:t>
              </a:r>
            </a:p>
          </p:txBody>
        </p:sp>
      </p:grpSp>
      <p:pic>
        <p:nvPicPr>
          <p:cNvPr id="35" name="Picture 34" descr="A graph of a graph showing the frequency of a wave&#10;&#10;AI-generated content may be incorrect.">
            <a:extLst>
              <a:ext uri="{FF2B5EF4-FFF2-40B4-BE49-F238E27FC236}">
                <a16:creationId xmlns:a16="http://schemas.microsoft.com/office/drawing/2014/main" id="{6520824B-F103-A966-149E-535D19219A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6098329" y="2755671"/>
            <a:ext cx="5475288" cy="2964462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D5E4B4D-E8A0-0267-9F67-974C11EA435B}"/>
              </a:ext>
            </a:extLst>
          </p:cNvPr>
          <p:cNvGrpSpPr/>
          <p:nvPr/>
        </p:nvGrpSpPr>
        <p:grpSpPr>
          <a:xfrm>
            <a:off x="4774592" y="2147883"/>
            <a:ext cx="1236663" cy="396227"/>
            <a:chOff x="11424082" y="2190050"/>
            <a:chExt cx="1236663" cy="396227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76E15B8-B754-09C9-406B-9B26D4BB84B6}"/>
                </a:ext>
              </a:extLst>
            </p:cNvPr>
            <p:cNvCxnSpPr/>
            <p:nvPr/>
          </p:nvCxnSpPr>
          <p:spPr>
            <a:xfrm>
              <a:off x="11424082" y="2586277"/>
              <a:ext cx="1085850" cy="0"/>
            </a:xfrm>
            <a:prstGeom prst="straightConnector1">
              <a:avLst/>
            </a:prstGeom>
            <a:ln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92AD49-232D-274F-9778-A1A8AEF40394}"/>
                </a:ext>
              </a:extLst>
            </p:cNvPr>
            <p:cNvSpPr txBox="1"/>
            <p:nvPr/>
          </p:nvSpPr>
          <p:spPr>
            <a:xfrm>
              <a:off x="11574895" y="2190050"/>
              <a:ext cx="10858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iFFT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24DF48-1341-D8E0-AB2B-169D8453E129}"/>
              </a:ext>
            </a:extLst>
          </p:cNvPr>
          <p:cNvGrpSpPr/>
          <p:nvPr/>
        </p:nvGrpSpPr>
        <p:grpSpPr>
          <a:xfrm>
            <a:off x="806116" y="2919540"/>
            <a:ext cx="9027695" cy="2991357"/>
            <a:chOff x="806116" y="2919540"/>
            <a:chExt cx="9027695" cy="299135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B496947-90D1-E2F0-674F-BE3807AA596C}"/>
                </a:ext>
              </a:extLst>
            </p:cNvPr>
            <p:cNvSpPr/>
            <p:nvPr/>
          </p:nvSpPr>
          <p:spPr>
            <a:xfrm>
              <a:off x="7620000" y="2919540"/>
              <a:ext cx="407392" cy="2991357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D4C83CE-CC05-90D5-1EA3-36A0508AAAA9}"/>
                </a:ext>
              </a:extLst>
            </p:cNvPr>
            <p:cNvSpPr txBox="1"/>
            <p:nvPr/>
          </p:nvSpPr>
          <p:spPr>
            <a:xfrm>
              <a:off x="8027392" y="3096126"/>
              <a:ext cx="18064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1</a:t>
              </a:r>
              <a:r>
                <a:rPr lang="en-US" baseline="30000" dirty="0">
                  <a:solidFill>
                    <a:schemeClr val="accent2"/>
                  </a:solidFill>
                </a:rPr>
                <a:t>st</a:t>
              </a:r>
              <a:r>
                <a:rPr lang="en-US" dirty="0">
                  <a:solidFill>
                    <a:schemeClr val="accent2"/>
                  </a:solidFill>
                </a:rPr>
                <a:t> </a:t>
              </a:r>
              <a:r>
                <a:rPr lang="en-US" dirty="0" err="1">
                  <a:solidFill>
                    <a:schemeClr val="accent2"/>
                  </a:solidFill>
                </a:rPr>
                <a:t>rahmonic</a:t>
              </a:r>
              <a:endParaRPr lang="en-US" dirty="0">
                <a:solidFill>
                  <a:schemeClr val="accent2"/>
                </a:solidFill>
              </a:endParaRP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19BF6F7-3FDA-593B-8A61-6CFB74ED5067}"/>
                </a:ext>
              </a:extLst>
            </p:cNvPr>
            <p:cNvGrpSpPr/>
            <p:nvPr/>
          </p:nvGrpSpPr>
          <p:grpSpPr>
            <a:xfrm>
              <a:off x="806116" y="3096126"/>
              <a:ext cx="2125382" cy="873391"/>
              <a:chOff x="806116" y="3096126"/>
              <a:chExt cx="2125382" cy="873391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980994FB-B16E-99A2-7F81-10788D3CF6C7}"/>
                  </a:ext>
                </a:extLst>
              </p:cNvPr>
              <p:cNvCxnSpPr/>
              <p:nvPr/>
            </p:nvCxnSpPr>
            <p:spPr>
              <a:xfrm>
                <a:off x="886326" y="3896827"/>
                <a:ext cx="204537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016BFD03-B71C-5380-43FD-6B91D673C87C}"/>
                  </a:ext>
                </a:extLst>
              </p:cNvPr>
              <p:cNvCxnSpPr/>
              <p:nvPr/>
            </p:nvCxnSpPr>
            <p:spPr>
              <a:xfrm>
                <a:off x="1102894" y="3808597"/>
                <a:ext cx="204537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36C64F70-DCDF-9078-2791-6D152C00B5D5}"/>
                  </a:ext>
                </a:extLst>
              </p:cNvPr>
              <p:cNvCxnSpPr/>
              <p:nvPr/>
            </p:nvCxnSpPr>
            <p:spPr>
              <a:xfrm>
                <a:off x="1287378" y="3896829"/>
                <a:ext cx="204537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FFA76CBA-6E5A-1612-2275-D0E5F373BFC0}"/>
                  </a:ext>
                </a:extLst>
              </p:cNvPr>
              <p:cNvCxnSpPr/>
              <p:nvPr/>
            </p:nvCxnSpPr>
            <p:spPr>
              <a:xfrm>
                <a:off x="1471862" y="3808599"/>
                <a:ext cx="204537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687162F-2B02-E01A-3F6B-5ECA989B81B1}"/>
                  </a:ext>
                </a:extLst>
              </p:cNvPr>
              <p:cNvCxnSpPr/>
              <p:nvPr/>
            </p:nvCxnSpPr>
            <p:spPr>
              <a:xfrm>
                <a:off x="1656346" y="3896831"/>
                <a:ext cx="204537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03EF7C2-318C-988B-AD84-A8C633B958B7}"/>
                  </a:ext>
                </a:extLst>
              </p:cNvPr>
              <p:cNvSpPr txBox="1"/>
              <p:nvPr/>
            </p:nvSpPr>
            <p:spPr>
              <a:xfrm>
                <a:off x="1800529" y="3446297"/>
                <a:ext cx="11309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2"/>
                    </a:solidFill>
                  </a:rPr>
                  <a:t>…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EC149D-53EA-53F2-B8D7-E2B2257CA48C}"/>
                  </a:ext>
                </a:extLst>
              </p:cNvPr>
              <p:cNvSpPr txBox="1"/>
              <p:nvPr/>
            </p:nvSpPr>
            <p:spPr>
              <a:xfrm>
                <a:off x="806116" y="3096126"/>
                <a:ext cx="4010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T</a:t>
                </a:r>
                <a:r>
                  <a:rPr lang="en-US" baseline="-25000" dirty="0">
                    <a:solidFill>
                      <a:schemeClr val="accent2"/>
                    </a:solidFill>
                  </a:rPr>
                  <a:t>0</a:t>
                </a:r>
                <a:endParaRPr lang="en-US" dirty="0">
                  <a:solidFill>
                    <a:schemeClr val="accent2"/>
                  </a:solidFill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765FE7-A3D8-2A42-2A4E-AA6D7C4CCF99}"/>
                  </a:ext>
                </a:extLst>
              </p:cNvPr>
              <p:cNvSpPr txBox="1"/>
              <p:nvPr/>
            </p:nvSpPr>
            <p:spPr>
              <a:xfrm>
                <a:off x="9499086" y="2406175"/>
                <a:ext cx="2637706" cy="14521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2"/>
                    </a:solidFill>
                  </a:rPr>
                  <a:t>A3 = 220 Hz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2"/>
                    </a:solidFill>
                  </a:rPr>
                  <a:t>Fundamental period </a:t>
                </a:r>
                <a:r>
                  <a:rPr lang="en-US" sz="20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en-US" sz="20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1/f0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i="1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</a:t>
                </a:r>
                <a:r>
                  <a:rPr lang="en-US" sz="20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CA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220</m:t>
                        </m:r>
                      </m:den>
                    </m:f>
                  </m:oMath>
                </a14:m>
                <a:r>
                  <a:rPr lang="en-US" sz="20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CA" sz="2000" b="0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0.0045</m:t>
                    </m:r>
                  </m:oMath>
                </a14:m>
                <a:endParaRPr lang="en-US" sz="20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765FE7-A3D8-2A42-2A4E-AA6D7C4CC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9086" y="2406175"/>
                <a:ext cx="2637706" cy="1452192"/>
              </a:xfrm>
              <a:prstGeom prst="rect">
                <a:avLst/>
              </a:prstGeom>
              <a:blipFill>
                <a:blip r:embed="rId10"/>
                <a:stretch>
                  <a:fillRect l="-1435" t="-2609" b="-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2418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39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  <p:bldLst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28489-FE32-28C5-797C-BD7C11496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</a:t>
            </a:r>
            <a:r>
              <a:rPr lang="en-US" dirty="0" err="1"/>
              <a:t>Cepstrum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AE18F-04C0-69FE-C89C-3674F304D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sum: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A </a:t>
            </a:r>
            <a:r>
              <a:rPr lang="en-US" dirty="0" err="1"/>
              <a:t>cepstrum</a:t>
            </a:r>
            <a:r>
              <a:rPr lang="en-US" dirty="0"/>
              <a:t> is </a:t>
            </a:r>
            <a:r>
              <a:rPr lang="en-US" dirty="0">
                <a:solidFill>
                  <a:schemeClr val="accent4"/>
                </a:solidFill>
              </a:rPr>
              <a:t>a spectrum of a spectrum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It is effectively treating the log spectrum as a signal and looking for periodicities in it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This results in peaks in the </a:t>
            </a:r>
            <a:r>
              <a:rPr lang="en-US" dirty="0" err="1"/>
              <a:t>cepstrum</a:t>
            </a:r>
            <a:r>
              <a:rPr lang="en-US" dirty="0"/>
              <a:t> that </a:t>
            </a:r>
            <a:r>
              <a:rPr lang="en-US" dirty="0">
                <a:solidFill>
                  <a:schemeClr val="accent4"/>
                </a:solidFill>
              </a:rPr>
              <a:t>relate to </a:t>
            </a:r>
            <a:r>
              <a:rPr lang="en-US" i="1" dirty="0">
                <a:solidFill>
                  <a:schemeClr val="accent4"/>
                </a:solidFill>
              </a:rPr>
              <a:t>periodicity in the frequency domain</a:t>
            </a:r>
            <a:r>
              <a:rPr lang="en-US" dirty="0"/>
              <a:t> representation caused by harmonic spacing.</a:t>
            </a:r>
          </a:p>
          <a:p>
            <a:pPr lvl="1">
              <a:spcAft>
                <a:spcPts val="900"/>
              </a:spcAft>
            </a:pPr>
            <a:r>
              <a:rPr lang="en-US" dirty="0"/>
              <a:t>The primary or </a:t>
            </a:r>
            <a:r>
              <a:rPr lang="en-US" dirty="0">
                <a:solidFill>
                  <a:schemeClr val="accent4"/>
                </a:solidFill>
              </a:rPr>
              <a:t>main “peak”</a:t>
            </a:r>
            <a:r>
              <a:rPr lang="en-US" dirty="0"/>
              <a:t> is the </a:t>
            </a:r>
            <a:r>
              <a:rPr lang="en-US" dirty="0">
                <a:solidFill>
                  <a:schemeClr val="accent4"/>
                </a:solidFill>
              </a:rPr>
              <a:t>first “</a:t>
            </a:r>
            <a:r>
              <a:rPr lang="en-US" dirty="0" err="1">
                <a:solidFill>
                  <a:schemeClr val="accent4"/>
                </a:solidFill>
              </a:rPr>
              <a:t>rahmonic</a:t>
            </a:r>
            <a:r>
              <a:rPr lang="en-US" dirty="0">
                <a:solidFill>
                  <a:schemeClr val="accent4"/>
                </a:solidFill>
              </a:rPr>
              <a:t>” </a:t>
            </a:r>
            <a:r>
              <a:rPr lang="en-US" dirty="0"/>
              <a:t>and its value in </a:t>
            </a:r>
            <a:r>
              <a:rPr lang="en-US" dirty="0" err="1"/>
              <a:t>ms</a:t>
            </a:r>
            <a:r>
              <a:rPr lang="en-US" dirty="0"/>
              <a:t> (or seconds) relates to the fundamental frequency.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9E9F5-21DC-1FCE-C187-798D4EA5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2A5BB-8EEE-29D0-9102-2C4DEF436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004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C8E72-CE28-CD1B-AD80-18B487FF0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Mel Scale?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5D297-EF80-AEBD-CFA3-5E197672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DD74E-32A4-FA4C-5CC4-6CF8E3A5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8AD3A-67BF-F18B-F4B4-A850CAAB7001}"/>
              </a:ext>
            </a:extLst>
          </p:cNvPr>
          <p:cNvSpPr txBox="1"/>
          <p:nvPr/>
        </p:nvSpPr>
        <p:spPr>
          <a:xfrm>
            <a:off x="838200" y="1828800"/>
            <a:ext cx="655721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Origin: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Introduced by Stevens, Volkmann &amp; Newman (1937!)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refined in later psychophysical studies</a:t>
            </a:r>
          </a:p>
          <a:p>
            <a:endParaRPr lang="en-US" sz="2800" b="1" dirty="0"/>
          </a:p>
          <a:p>
            <a:r>
              <a:rPr lang="en-US" sz="2800" b="1" dirty="0"/>
              <a:t>Method:</a:t>
            </a:r>
            <a:r>
              <a:rPr lang="en-US" sz="2800" dirty="0"/>
              <a:t> Listeners asked to judge when two pure tones were equally spaced in perceived pitch. 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B0C11B-391A-ACD4-BBA9-B960E4166740}"/>
                  </a:ext>
                </a:extLst>
              </p:cNvPr>
              <p:cNvSpPr txBox="1"/>
              <p:nvPr/>
            </p:nvSpPr>
            <p:spPr>
              <a:xfrm>
                <a:off x="7848600" y="2280688"/>
                <a:ext cx="3930315" cy="2933304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Formulae:</a:t>
                </a:r>
              </a:p>
              <a:p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Hz to mel: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=2595</m:t>
                      </m:r>
                      <m:func>
                        <m:func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(1+  </m:t>
                          </m:r>
                          <m:f>
                            <m:fPr>
                              <m:ctrlP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  <m:t>700</m:t>
                              </m:r>
                            </m:den>
                          </m:f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Mel to Hz:</a:t>
                </a: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=700(</m:t>
                    </m:r>
                    <m:sSup>
                      <m:sSup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2595</m:t>
                            </m:r>
                          </m:den>
                        </m:f>
                      </m:sup>
                    </m:sSup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B0C11B-391A-ACD4-BBA9-B960E4166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2280688"/>
                <a:ext cx="3930315" cy="2933304"/>
              </a:xfrm>
              <a:prstGeom prst="rect">
                <a:avLst/>
              </a:prstGeom>
              <a:blipFill>
                <a:blip r:embed="rId2"/>
                <a:stretch>
                  <a:fillRect l="-1608" t="-862" b="-301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13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37D95-E679-18B5-5B6C-7703459D1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Mel Scale?</a:t>
            </a:r>
          </a:p>
        </p:txBody>
      </p:sp>
      <p:pic>
        <p:nvPicPr>
          <p:cNvPr id="7" name="Content Placeholder 6" descr="A graph with a line&#10;&#10;AI-generated content may be incorrect.">
            <a:extLst>
              <a:ext uri="{FF2B5EF4-FFF2-40B4-BE49-F238E27FC236}">
                <a16:creationId xmlns:a16="http://schemas.microsoft.com/office/drawing/2014/main" id="{B944B57E-8F4F-7F95-F351-0753B5F91E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590" y="1758156"/>
            <a:ext cx="6250103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56DE4-A0EC-A1D8-FBB0-443C690CD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ACBA4-CD69-BAB1-40E4-3BAB1D55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84C70-1CE9-A4D9-0DE1-3443A63D01CC}"/>
              </a:ext>
            </a:extLst>
          </p:cNvPr>
          <p:cNvSpPr txBox="1"/>
          <p:nvPr/>
        </p:nvSpPr>
        <p:spPr>
          <a:xfrm>
            <a:off x="6760411" y="2181726"/>
            <a:ext cx="4882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“Perceptually-derived” scale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Units in </a:t>
            </a:r>
            <a:r>
              <a:rPr lang="en-US" sz="2400" dirty="0" err="1">
                <a:solidFill>
                  <a:schemeClr val="accent4"/>
                </a:solidFill>
              </a:rPr>
              <a:t>mels</a:t>
            </a:r>
            <a:r>
              <a:rPr lang="en-US" sz="2400" dirty="0">
                <a:solidFill>
                  <a:schemeClr val="accent4"/>
                </a:solidFill>
              </a:rPr>
              <a:t> are equidistant </a:t>
            </a:r>
            <a:r>
              <a:rPr lang="en-US" sz="2400" dirty="0"/>
              <a:t>perceptually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2049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CA26B-5898-8CA2-43B5-9680D42A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89BD-3C3E-2042-07FA-57F99290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Mel Scale?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313535-5631-192B-4182-C470335F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97693-E957-87CD-C41D-5554AB792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9" name="Picture 8" descr="A graph of 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E16BE1A2-7F47-AE31-25DE-7D2B464F8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498" y="2130928"/>
            <a:ext cx="5304803" cy="3597019"/>
          </a:xfrm>
          <a:prstGeom prst="rect">
            <a:avLst/>
          </a:prstGeom>
        </p:spPr>
      </p:pic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4272AAE-7159-A0E1-D471-E8E6FF135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73" y="2153736"/>
            <a:ext cx="5479862" cy="358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53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6AE9-6D66-A033-BA61-C96BA53B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MFCC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51F8F-DD50-0B13-C5D1-C3869D02B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…</a:t>
            </a:r>
          </a:p>
          <a:p>
            <a:pPr marL="0" indent="0">
              <a:buNone/>
            </a:pPr>
            <a:r>
              <a:rPr lang="en-US" dirty="0"/>
              <a:t>To get to </a:t>
            </a:r>
            <a:r>
              <a:rPr lang="en-US" i="1" dirty="0"/>
              <a:t>Mel Frequency </a:t>
            </a:r>
            <a:r>
              <a:rPr lang="en-US" dirty="0" err="1"/>
              <a:t>cepstrum</a:t>
            </a:r>
            <a:r>
              <a:rPr lang="en-US" dirty="0"/>
              <a:t> coefficients…</a:t>
            </a:r>
          </a:p>
          <a:p>
            <a:pPr lvl="1"/>
            <a:r>
              <a:rPr lang="en-US" sz="2800" dirty="0"/>
              <a:t>We have to </a:t>
            </a:r>
            <a:r>
              <a:rPr lang="en-US" sz="2800" dirty="0">
                <a:solidFill>
                  <a:schemeClr val="accent4"/>
                </a:solidFill>
              </a:rPr>
              <a:t>map from linear Hz to </a:t>
            </a:r>
            <a:r>
              <a:rPr lang="en-US" sz="2800" dirty="0" err="1">
                <a:solidFill>
                  <a:schemeClr val="accent4"/>
                </a:solidFill>
              </a:rPr>
              <a:t>Mels</a:t>
            </a:r>
            <a:endParaRPr lang="en-US" sz="2800" dirty="0">
              <a:solidFill>
                <a:schemeClr val="accent4"/>
              </a:solidFill>
            </a:endParaRPr>
          </a:p>
          <a:p>
            <a:pPr marL="457200" lvl="1" indent="0">
              <a:buNone/>
            </a:pPr>
            <a:r>
              <a:rPr lang="en-US" sz="2800" dirty="0"/>
              <a:t>	&gt; This step involves a kind of quantization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318C3F-C257-2576-8706-2F00DD05A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41E56-BD44-B0B5-504A-9B4DDA9A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80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2077A-CA37-2216-FAE1-44DDB9F21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MFCCs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C42F0-F2B5-A9A9-686A-ECA9E8A2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B9B91-B48C-F7F8-6CB9-663A0A11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FBE38652-63C4-318B-60C1-48E755D775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1745338"/>
              </p:ext>
            </p:extLst>
          </p:nvPr>
        </p:nvGraphicFramePr>
        <p:xfrm>
          <a:off x="5031874" y="67811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 descr="A math equation with numbers&#10;&#10;AI-generated content may be incorrect.">
            <a:extLst>
              <a:ext uri="{FF2B5EF4-FFF2-40B4-BE49-F238E27FC236}">
                <a16:creationId xmlns:a16="http://schemas.microsoft.com/office/drawing/2014/main" id="{6EC02754-0184-6F38-D831-572956F952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345" y="5311683"/>
            <a:ext cx="5216358" cy="855141"/>
          </a:xfrm>
          <a:prstGeom prst="rect">
            <a:avLst/>
          </a:prstGeom>
        </p:spPr>
      </p:pic>
      <p:pic>
        <p:nvPicPr>
          <p:cNvPr id="11" name="Picture 10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DC3569E5-5B2F-E038-CC99-FFF47C0268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7674" y="1658436"/>
            <a:ext cx="3420560" cy="855140"/>
          </a:xfrm>
          <a:prstGeom prst="rect">
            <a:avLst/>
          </a:prstGeom>
        </p:spPr>
      </p:pic>
      <p:pic>
        <p:nvPicPr>
          <p:cNvPr id="17" name="Picture 16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0A4F3131-D812-705E-E809-0D28477AD5A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5374" y="2671011"/>
            <a:ext cx="1828800" cy="482600"/>
          </a:xfrm>
          <a:prstGeom prst="rect">
            <a:avLst/>
          </a:prstGeom>
        </p:spPr>
      </p:pic>
      <p:pic>
        <p:nvPicPr>
          <p:cNvPr id="21" name="Picture 20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AD3523B7-120C-9BA6-8729-42183C13EC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5374" y="3848760"/>
            <a:ext cx="1765300" cy="508000"/>
          </a:xfrm>
          <a:prstGeom prst="rect">
            <a:avLst/>
          </a:prstGeom>
        </p:spPr>
      </p:pic>
      <p:pic>
        <p:nvPicPr>
          <p:cNvPr id="23" name="Picture 22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F9CF1293-18B5-5528-AE9C-B85722277A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345" y="3632860"/>
            <a:ext cx="24892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11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F56C-1FBD-38E8-9AD9-268F3109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 </a:t>
            </a:r>
            <a:r>
              <a:rPr lang="en-US" dirty="0" err="1"/>
              <a:t>Filterbanks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F25DFF-E696-93EF-FA87-EEC7880E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B0265-62CA-9928-3AD6-6DE1D7F6B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9" name="Picture 8" descr="A diagram of a frequency&#10;&#10;AI-generated content may be incorrect.">
            <a:extLst>
              <a:ext uri="{FF2B5EF4-FFF2-40B4-BE49-F238E27FC236}">
                <a16:creationId xmlns:a16="http://schemas.microsoft.com/office/drawing/2014/main" id="{2DB5DFC2-1860-2082-BE84-2EE13B120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25" y="2820745"/>
            <a:ext cx="7772400" cy="272446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0F63AB-33BC-0811-717D-E6664D683E56}"/>
                  </a:ext>
                </a:extLst>
              </p:cNvPr>
              <p:cNvSpPr txBox="1"/>
              <p:nvPr/>
            </p:nvSpPr>
            <p:spPr>
              <a:xfrm>
                <a:off x="8261685" y="2296730"/>
                <a:ext cx="3930315" cy="2933304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Formulae:</a:t>
                </a:r>
              </a:p>
              <a:p>
                <a:endParaRPr lang="en-US" sz="2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Hz to mel: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CA" sz="2000" b="0" i="1" smtClean="0">
                          <a:latin typeface="Cambria Math" panose="02040503050406030204" pitchFamily="18" charset="0"/>
                        </a:rPr>
                        <m:t>=2595</m:t>
                      </m:r>
                      <m:func>
                        <m:funcPr>
                          <m:ctrlPr>
                            <a:rPr lang="en-CA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20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(1+  </m:t>
                          </m:r>
                          <m:f>
                            <m:fPr>
                              <m:ctrlP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  <m:t>700</m:t>
                              </m:r>
                            </m:den>
                          </m:f>
                          <m:r>
                            <a:rPr lang="en-CA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Mel to Hz:</a:t>
                </a:r>
              </a:p>
              <a:p>
                <a:endParaRPr lang="en-US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=700(</m:t>
                    </m:r>
                    <m:sSup>
                      <m:sSup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f>
                          <m:fPr>
                            <m:ctrlP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2595</m:t>
                            </m:r>
                          </m:den>
                        </m:f>
                      </m:sup>
                    </m:sSup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 −1</m:t>
                    </m:r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0F63AB-33BC-0811-717D-E6664D683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685" y="2296730"/>
                <a:ext cx="3930315" cy="2933304"/>
              </a:xfrm>
              <a:prstGeom prst="rect">
                <a:avLst/>
              </a:prstGeom>
              <a:blipFill>
                <a:blip r:embed="rId3"/>
                <a:stretch>
                  <a:fillRect l="-1282" t="-858" b="-2575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3749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A4DA6-8C57-9E4C-A1EC-35E81A27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BF166-C001-9249-EFDF-1992F1882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 </a:t>
            </a:r>
            <a:r>
              <a:rPr lang="en-US" dirty="0" err="1"/>
              <a:t>Filterbanks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1F149-57E1-33DC-F705-B2E3171AA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1E548-1AA6-83F0-010B-94C54A2A2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8C1F4B-880D-7331-BAC2-144552F73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70075"/>
            <a:ext cx="8530389" cy="412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0585C7-0DD4-AB11-A22D-9B0B9F4B660E}"/>
              </a:ext>
            </a:extLst>
          </p:cNvPr>
          <p:cNvSpPr txBox="1"/>
          <p:nvPr/>
        </p:nvSpPr>
        <p:spPr>
          <a:xfrm>
            <a:off x="9368588" y="2855495"/>
            <a:ext cx="2518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should we use??</a:t>
            </a:r>
          </a:p>
        </p:txBody>
      </p:sp>
    </p:spTree>
    <p:extLst>
      <p:ext uri="{BB962C8B-B14F-4D97-AF65-F5344CB8AC3E}">
        <p14:creationId xmlns:p14="http://schemas.microsoft.com/office/powerpoint/2010/main" val="3207893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19F87-D12B-2F97-4435-60298D1AD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3DD7B-53E0-B4D2-6937-6507EE2A5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MFCCs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0B10F-857F-3ADB-42CE-5EF4586B9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496AE-E68F-0E2B-CF1C-42E1EB94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253BF9A-7A39-B6EA-9A1D-ECD49820497E}"/>
              </a:ext>
            </a:extLst>
          </p:cNvPr>
          <p:cNvGraphicFramePr/>
          <p:nvPr/>
        </p:nvGraphicFramePr>
        <p:xfrm>
          <a:off x="5031874" y="67811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Picture 8" descr="A math equation with numbers&#10;&#10;AI-generated content may be incorrect.">
            <a:extLst>
              <a:ext uri="{FF2B5EF4-FFF2-40B4-BE49-F238E27FC236}">
                <a16:creationId xmlns:a16="http://schemas.microsoft.com/office/drawing/2014/main" id="{FBFCB7C9-B81C-198B-D9D6-987020461B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345" y="5311683"/>
            <a:ext cx="5216358" cy="855141"/>
          </a:xfrm>
          <a:prstGeom prst="rect">
            <a:avLst/>
          </a:prstGeom>
        </p:spPr>
      </p:pic>
      <p:pic>
        <p:nvPicPr>
          <p:cNvPr id="11" name="Picture 10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1F629502-645C-3443-E6E3-EA98FB6584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7674" y="1658436"/>
            <a:ext cx="3420560" cy="855140"/>
          </a:xfrm>
          <a:prstGeom prst="rect">
            <a:avLst/>
          </a:prstGeom>
        </p:spPr>
      </p:pic>
      <p:pic>
        <p:nvPicPr>
          <p:cNvPr id="17" name="Picture 16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D7BE2196-E5ED-7813-2F57-2AE48F8269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55374" y="2671011"/>
            <a:ext cx="1828800" cy="482600"/>
          </a:xfrm>
          <a:prstGeom prst="rect">
            <a:avLst/>
          </a:prstGeom>
        </p:spPr>
      </p:pic>
      <p:pic>
        <p:nvPicPr>
          <p:cNvPr id="21" name="Picture 20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ED6041DD-E0D7-8311-E5BC-4F45F6020F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25374" y="3848760"/>
            <a:ext cx="1765300" cy="508000"/>
          </a:xfrm>
          <a:prstGeom prst="rect">
            <a:avLst/>
          </a:prstGeom>
        </p:spPr>
      </p:pic>
      <p:pic>
        <p:nvPicPr>
          <p:cNvPr id="23" name="Picture 22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2469DEB5-E7A1-8731-1AAB-098183DC68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7345" y="3632860"/>
            <a:ext cx="24892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38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D6B46-1B6A-47B5-5DC5-F237B0089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AA85-A2F7-0C5B-FD35-E38133A4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Mel </a:t>
            </a:r>
            <a:r>
              <a:rPr lang="en-US" dirty="0" err="1"/>
              <a:t>Filterbanks</a:t>
            </a:r>
            <a:endParaRPr lang="en-US" dirty="0"/>
          </a:p>
        </p:txBody>
      </p:sp>
      <p:pic>
        <p:nvPicPr>
          <p:cNvPr id="7" name="Content Placeholder 6" descr="A graph of a band&#10;&#10;AI-generated content may be incorrect.">
            <a:extLst>
              <a:ext uri="{FF2B5EF4-FFF2-40B4-BE49-F238E27FC236}">
                <a16:creationId xmlns:a16="http://schemas.microsoft.com/office/drawing/2014/main" id="{65F57AD0-E425-E10B-FF96-C14052A6E4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491" y="1381125"/>
            <a:ext cx="8643018" cy="2241609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6E98DC-1362-B745-4299-30BC7DEB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C114A-152F-F751-F9D5-B249733C0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6C4A8B9B-776B-A70A-2E2B-F6639A9CF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72293"/>
            <a:ext cx="4503643" cy="2455111"/>
          </a:xfrm>
          <a:prstGeom prst="rect">
            <a:avLst/>
          </a:prstGeom>
        </p:spPr>
      </p:pic>
      <p:pic>
        <p:nvPicPr>
          <p:cNvPr id="11" name="Picture 10" descr="A graph with blue and orange dots&#10;&#10;AI-generated content may be incorrect.">
            <a:extLst>
              <a:ext uri="{FF2B5EF4-FFF2-40B4-BE49-F238E27FC236}">
                <a16:creationId xmlns:a16="http://schemas.microsoft.com/office/drawing/2014/main" id="{FDFEE7C8-DB40-8B46-B1FD-3A4B8EBF0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295" y="3672292"/>
            <a:ext cx="5562600" cy="245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059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5E0A5-2AC5-6F80-53FE-8B751EF1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 coefficients represent?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FC436-E182-64C7-E9DF-109D08EEB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Low-order coefficients (0-4) represent:</a:t>
            </a:r>
          </a:p>
          <a:p>
            <a:pPr lvl="1"/>
            <a:r>
              <a:rPr lang="en-US" dirty="0"/>
              <a:t>Overall energy (0</a:t>
            </a:r>
            <a:r>
              <a:rPr lang="en-US" baseline="30000" dirty="0"/>
              <a:t>th</a:t>
            </a:r>
            <a:r>
              <a:rPr lang="en-US" dirty="0"/>
              <a:t> bin only, sometimes useful others ignored)</a:t>
            </a:r>
          </a:p>
          <a:p>
            <a:pPr lvl="1"/>
            <a:r>
              <a:rPr lang="en-US" dirty="0"/>
              <a:t>Spectral slope &amp; some formants (~C1-4 e.g., brightness)</a:t>
            </a:r>
          </a:p>
          <a:p>
            <a:pPr lvl="1"/>
            <a:r>
              <a:rPr lang="en-US" dirty="0"/>
              <a:t>Finer variations in timbre (~C5-15 e.g., instrument body, vowels)</a:t>
            </a:r>
          </a:p>
          <a:p>
            <a:pPr lvl="1"/>
            <a:r>
              <a:rPr lang="en-US" dirty="0"/>
              <a:t>Very high spectral information (~C15+ , e.g.,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4238A0-2A32-3F8E-DE16-48F9BC0F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7EBEE-2645-B2D5-D6F0-9E85DE8E9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078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D68D-9721-726E-D835-875D3327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C3C5-30E2-71A2-4CA9-84C918B33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certain conventions or tendencies in computing MFCCs</a:t>
            </a:r>
          </a:p>
          <a:p>
            <a:r>
              <a:rPr lang="en-US" dirty="0"/>
              <a:t>These conventions relate to their primary use/design (i.e., speech vs music processing)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4"/>
                </a:solidFill>
              </a:rPr>
              <a:t>Number of mel </a:t>
            </a:r>
            <a:r>
              <a:rPr lang="en-US" dirty="0" err="1">
                <a:solidFill>
                  <a:schemeClr val="accent4"/>
                </a:solidFill>
              </a:rPr>
              <a:t>filterbanks</a:t>
            </a:r>
            <a:r>
              <a:rPr lang="en-US" dirty="0"/>
              <a:t> (commonly 40…or 128!)</a:t>
            </a:r>
          </a:p>
          <a:p>
            <a:pPr lvl="1"/>
            <a:r>
              <a:rPr lang="en-US" b="1" dirty="0"/>
              <a:t>Speech</a:t>
            </a:r>
            <a:r>
              <a:rPr lang="en-US" dirty="0"/>
              <a:t>: 40 mel bands</a:t>
            </a:r>
          </a:p>
          <a:p>
            <a:pPr lvl="1"/>
            <a:r>
              <a:rPr lang="en-US" b="1" dirty="0"/>
              <a:t>Music</a:t>
            </a:r>
            <a:r>
              <a:rPr lang="en-US" dirty="0"/>
              <a:t>: 64–128 mel bands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accent4"/>
                </a:solidFill>
              </a:rPr>
              <a:t>Number of k coefficients to “keep” </a:t>
            </a:r>
            <a:r>
              <a:rPr lang="en-US" dirty="0"/>
              <a:t>from the MFCC output</a:t>
            </a:r>
          </a:p>
          <a:p>
            <a:pPr lvl="1"/>
            <a:r>
              <a:rPr lang="en-US" b="1" dirty="0"/>
              <a:t>Speech</a:t>
            </a:r>
            <a:r>
              <a:rPr lang="en-US" dirty="0"/>
              <a:t>: 12–13 MFCCs</a:t>
            </a:r>
          </a:p>
          <a:p>
            <a:pPr lvl="1"/>
            <a:r>
              <a:rPr lang="en-US" b="1" dirty="0"/>
              <a:t>Music:</a:t>
            </a:r>
            <a:r>
              <a:rPr lang="en-US" dirty="0"/>
              <a:t> 20–30 MFCCs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A985BA-F669-1369-BD83-1E149FE51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6D1A7-E3C5-9A8D-2073-203CAA7A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00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AA91-DBD7-EC32-D1C8-5BD18C7E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MFCCs are so useful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63844B-48B9-0171-10E4-8E0B296F03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900"/>
                  </a:spcAft>
                </a:pPr>
                <a:r>
                  <a:rPr lang="en-US" dirty="0"/>
                  <a:t>Timbral shape info carried in lower bins</a:t>
                </a:r>
              </a:p>
              <a:p>
                <a:pPr>
                  <a:spcAft>
                    <a:spcPts val="900"/>
                  </a:spcAft>
                </a:pPr>
                <a:r>
                  <a:rPr lang="en-US" dirty="0"/>
                  <a:t>Can separate different timbre-related properties</a:t>
                </a:r>
              </a:p>
              <a:p>
                <a:pPr lvl="1">
                  <a:spcAft>
                    <a:spcPts val="900"/>
                  </a:spcAft>
                </a:pPr>
                <a:r>
                  <a:rPr lang="en-US" dirty="0"/>
                  <a:t>E.g., formants or instrument resonances; timbre ‘profiling’ or higher spectral detail</a:t>
                </a:r>
              </a:p>
              <a:p>
                <a:pPr>
                  <a:spcAft>
                    <a:spcPts val="900"/>
                  </a:spcAft>
                </a:pPr>
                <a:r>
                  <a:rPr lang="en-US" dirty="0"/>
                  <a:t>Relatively pitch invariant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CA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Extremely useful for speech and music applications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Use with Caution! </a:t>
                </a:r>
                <a:r>
                  <a:rPr lang="en-US" i="1" dirty="0">
                    <a:solidFill>
                      <a:schemeClr val="accent4"/>
                    </a:solidFill>
                  </a:rPr>
                  <a:t>Perceptual rationale vs. legacy convention…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63844B-48B9-0171-10E4-8E0B296F03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326" b="-2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F2508-F71D-8EEB-1428-DEAAF077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2C60AA-588D-8AF6-6119-0A2A24CB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02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BD36C-2E6D-10F2-8794-305DB349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D729-A6BB-FEC4-BE8F-BBE5187AE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Listen to the file “</a:t>
            </a:r>
            <a:r>
              <a:rPr lang="en-US" dirty="0" err="1"/>
              <a:t>vowels_sung.wav</a:t>
            </a:r>
            <a:r>
              <a:rPr lang="en-US" dirty="0"/>
              <a:t>”</a:t>
            </a:r>
          </a:p>
          <a:p>
            <a:r>
              <a:rPr lang="en-US" dirty="0"/>
              <a:t>Using </a:t>
            </a:r>
            <a:r>
              <a:rPr lang="en-US" dirty="0" err="1"/>
              <a:t>librosa</a:t>
            </a:r>
            <a:r>
              <a:rPr lang="en-US" dirty="0"/>
              <a:t>, calculate:</a:t>
            </a:r>
          </a:p>
          <a:p>
            <a:pPr lvl="1"/>
            <a:r>
              <a:rPr lang="en-US" dirty="0"/>
              <a:t>Mel spectrogram</a:t>
            </a:r>
          </a:p>
          <a:p>
            <a:pPr lvl="2"/>
            <a:r>
              <a:rPr lang="en-US" dirty="0"/>
              <a:t>Try: changing the “</a:t>
            </a:r>
            <a:r>
              <a:rPr lang="en-US" dirty="0" err="1"/>
              <a:t>n_mels</a:t>
            </a:r>
            <a:r>
              <a:rPr lang="en-US" dirty="0"/>
              <a:t>” parameter from 128 to 40 &amp; examine difference</a:t>
            </a:r>
          </a:p>
          <a:p>
            <a:pPr lvl="2"/>
            <a:r>
              <a:rPr lang="en-US" dirty="0"/>
              <a:t>Hint: look at docs for how to plot &amp; convert to </a:t>
            </a:r>
            <a:r>
              <a:rPr lang="en-US" dirty="0" err="1"/>
              <a:t>db</a:t>
            </a:r>
            <a:r>
              <a:rPr lang="en-US" dirty="0"/>
              <a:t> first!</a:t>
            </a:r>
          </a:p>
          <a:p>
            <a:pPr lvl="1"/>
            <a:r>
              <a:rPr lang="en-US" dirty="0"/>
              <a:t>MFCC</a:t>
            </a:r>
          </a:p>
          <a:p>
            <a:pPr lvl="2"/>
            <a:r>
              <a:rPr lang="en-US" dirty="0"/>
              <a:t>Try: change MFCC parameters:</a:t>
            </a:r>
          </a:p>
          <a:p>
            <a:pPr lvl="3"/>
            <a:r>
              <a:rPr lang="en-US" dirty="0" err="1"/>
              <a:t>n_mels</a:t>
            </a:r>
            <a:r>
              <a:rPr lang="en-US" dirty="0"/>
              <a:t> (hidden!) = 40 vs 128 </a:t>
            </a:r>
          </a:p>
          <a:p>
            <a:pPr lvl="3"/>
            <a:r>
              <a:rPr lang="en-US" dirty="0" err="1"/>
              <a:t>n_mfcc</a:t>
            </a:r>
            <a:r>
              <a:rPr lang="en-US" dirty="0"/>
              <a:t> = 13 vs 40 </a:t>
            </a:r>
          </a:p>
          <a:p>
            <a:pPr lvl="2"/>
            <a:r>
              <a:rPr lang="en-US" dirty="0"/>
              <a:t>Try to plot differences </a:t>
            </a:r>
            <a:r>
              <a:rPr lang="en-US" sz="3200" dirty="0"/>
              <a:t>⚠️</a:t>
            </a:r>
          </a:p>
          <a:p>
            <a:pPr lvl="3"/>
            <a:r>
              <a:rPr lang="en-US" dirty="0"/>
              <a:t>Axes don’t have intuitive interpretation (x-axis = frames, y=axis equals </a:t>
            </a:r>
            <a:r>
              <a:rPr lang="en-US" dirty="0" err="1"/>
              <a:t>coeffs</a:t>
            </a:r>
            <a:r>
              <a:rPr lang="en-US" dirty="0"/>
              <a:t>)</a:t>
            </a:r>
          </a:p>
          <a:p>
            <a:pPr lvl="3"/>
            <a:r>
              <a:rPr lang="en-US" dirty="0"/>
              <a:t>Higher on y-axis is not higher in frequency!</a:t>
            </a:r>
          </a:p>
          <a:p>
            <a:pPr lvl="3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A855E-B799-C541-8FC7-5E6298AB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/>
              <a:t>Topic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A93A1-8F6C-4E87-780F-03803512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096487-9F84-9248-ABAD-35D09817155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627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4" id="{168D4764-6299-904E-9BC2-C5621F08687C}" vid="{21A8D2CE-1DF1-A74E-B9D2-43AE56886C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8635</TotalTime>
  <Words>1260</Words>
  <Application>Microsoft Macintosh PowerPoint</Application>
  <PresentationFormat>Widescreen</PresentationFormat>
  <Paragraphs>211</Paragraphs>
  <Slides>22</Slides>
  <Notes>7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Century Gothic</vt:lpstr>
      <vt:lpstr>Times New Roman</vt:lpstr>
      <vt:lpstr>Office Theme</vt:lpstr>
      <vt:lpstr>  Computational Music Analysis:         Audio</vt:lpstr>
      <vt:lpstr>Mel Frequency Cepstrum Coefficients</vt:lpstr>
      <vt:lpstr>Mel Frequency Cepstrum Coefficients</vt:lpstr>
      <vt:lpstr>What is a Cepstrum?</vt:lpstr>
      <vt:lpstr>What is a Cepstrum?</vt:lpstr>
      <vt:lpstr>What is a Cepstrum?</vt:lpstr>
      <vt:lpstr>What is a Cepstrum?</vt:lpstr>
      <vt:lpstr>What is a Cepstrum?</vt:lpstr>
      <vt:lpstr>What is a Cepstrum</vt:lpstr>
      <vt:lpstr>What is a Mel Scale?</vt:lpstr>
      <vt:lpstr>What is a Mel Scale?</vt:lpstr>
      <vt:lpstr>What is a Mel Scale?</vt:lpstr>
      <vt:lpstr>Back to MFCC</vt:lpstr>
      <vt:lpstr>Calculating MFCCs</vt:lpstr>
      <vt:lpstr>Mel Filterbanks</vt:lpstr>
      <vt:lpstr>Mel Filterbanks</vt:lpstr>
      <vt:lpstr>Calculating MFCCs</vt:lpstr>
      <vt:lpstr>Mel Filterbanks</vt:lpstr>
      <vt:lpstr>What do the coefficients represent?</vt:lpstr>
      <vt:lpstr>Conventions</vt:lpstr>
      <vt:lpstr>Why MFCCs are so useful</vt:lpstr>
      <vt:lpstr>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Arthur, Claire</dc:creator>
  <cp:lastModifiedBy>Arthur, Claire</cp:lastModifiedBy>
  <cp:revision>1</cp:revision>
  <dcterms:created xsi:type="dcterms:W3CDTF">2025-09-01T16:46:13Z</dcterms:created>
  <dcterms:modified xsi:type="dcterms:W3CDTF">2025-09-16T13:09:47Z</dcterms:modified>
</cp:coreProperties>
</file>